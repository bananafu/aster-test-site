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880"/>
    <a:srgbClr val="DA7CAF"/>
    <a:srgbClr val="CC5316"/>
    <a:srgbClr val="F09B70"/>
    <a:srgbClr val="FF9393"/>
    <a:srgbClr val="7FB0D6"/>
    <a:srgbClr val="28577A"/>
    <a:srgbClr val="2A5C82"/>
    <a:srgbClr val="3B8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76819-C2F2-4210-8C7E-B7B896A858E4}" v="54" dt="2026-07-26T17:50:46.145"/>
    <p1510:client id="{E767C9AF-E9CD-4704-B08F-1A276BD2FEC3}" v="17" dt="2026-07-26T23:51:39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ana fu" userId="ed976ac1ba8285c4" providerId="LiveId" clId="{88AF2FF6-62A1-469D-A392-D5D42FFB82F2}"/>
    <pc:docChg chg="undo custSel addSld delSld modSld">
      <pc:chgData name="banana fu" userId="ed976ac1ba8285c4" providerId="LiveId" clId="{88AF2FF6-62A1-469D-A392-D5D42FFB82F2}" dt="2026-07-27T01:36:50.479" v="2534" actId="47"/>
      <pc:docMkLst>
        <pc:docMk/>
      </pc:docMkLst>
      <pc:sldChg chg="addSp delSp modSp mod">
        <pc:chgData name="banana fu" userId="ed976ac1ba8285c4" providerId="LiveId" clId="{88AF2FF6-62A1-469D-A392-D5D42FFB82F2}" dt="2026-07-26T15:33:13.678" v="1190"/>
        <pc:sldMkLst>
          <pc:docMk/>
          <pc:sldMk cId="2397141968" sldId="256"/>
        </pc:sldMkLst>
        <pc:spChg chg="mod">
          <ac:chgData name="banana fu" userId="ed976ac1ba8285c4" providerId="LiveId" clId="{88AF2FF6-62A1-469D-A392-D5D42FFB82F2}" dt="2026-07-26T15:33:13.678" v="1190"/>
          <ac:spMkLst>
            <pc:docMk/>
            <pc:sldMk cId="2397141968" sldId="256"/>
            <ac:spMk id="2" creationId="{E2195983-B559-898E-EDD8-6AFDED7B61B1}"/>
          </ac:spMkLst>
        </pc:spChg>
        <pc:spChg chg="mod">
          <ac:chgData name="banana fu" userId="ed976ac1ba8285c4" providerId="LiveId" clId="{88AF2FF6-62A1-469D-A392-D5D42FFB82F2}" dt="2026-07-26T15:33:13.678" v="1190"/>
          <ac:spMkLst>
            <pc:docMk/>
            <pc:sldMk cId="2397141968" sldId="256"/>
            <ac:spMk id="3" creationId="{7BBC7B6B-C9B9-141F-1112-9B84323AE9C4}"/>
          </ac:spMkLst>
        </pc:spChg>
        <pc:picChg chg="add del mod ord modCrop">
          <ac:chgData name="banana fu" userId="ed976ac1ba8285c4" providerId="LiveId" clId="{88AF2FF6-62A1-469D-A392-D5D42FFB82F2}" dt="2026-07-26T15:19:24.770" v="1015" actId="478"/>
          <ac:picMkLst>
            <pc:docMk/>
            <pc:sldMk cId="2397141968" sldId="256"/>
            <ac:picMk id="4" creationId="{6CFB8238-70F5-9AD7-0FDB-71F1F7224843}"/>
          </ac:picMkLst>
        </pc:picChg>
        <pc:picChg chg="add mod ord">
          <ac:chgData name="banana fu" userId="ed976ac1ba8285c4" providerId="LiveId" clId="{88AF2FF6-62A1-469D-A392-D5D42FFB82F2}" dt="2026-07-26T15:19:39.080" v="1018" actId="167"/>
          <ac:picMkLst>
            <pc:docMk/>
            <pc:sldMk cId="2397141968" sldId="256"/>
            <ac:picMk id="6" creationId="{C53C7720-482D-EC75-F04A-B4A726DE81FE}"/>
          </ac:picMkLst>
        </pc:picChg>
      </pc:sldChg>
      <pc:sldChg chg="addSp modSp new mod setBg modAnim">
        <pc:chgData name="banana fu" userId="ed976ac1ba8285c4" providerId="LiveId" clId="{88AF2FF6-62A1-469D-A392-D5D42FFB82F2}" dt="2026-07-26T23:51:39.737" v="2435"/>
        <pc:sldMkLst>
          <pc:docMk/>
          <pc:sldMk cId="3810636414" sldId="257"/>
        </pc:sldMkLst>
        <pc:spChg chg="mod">
          <ac:chgData name="banana fu" userId="ed976ac1ba8285c4" providerId="LiveId" clId="{88AF2FF6-62A1-469D-A392-D5D42FFB82F2}" dt="2026-07-26T15:00:16.408" v="297"/>
          <ac:spMkLst>
            <pc:docMk/>
            <pc:sldMk cId="3810636414" sldId="257"/>
            <ac:spMk id="2" creationId="{E534F5AD-2862-3721-F1A6-14082C1A05FE}"/>
          </ac:spMkLst>
        </pc:spChg>
        <pc:spChg chg="mod">
          <ac:chgData name="banana fu" userId="ed976ac1ba8285c4" providerId="LiveId" clId="{88AF2FF6-62A1-469D-A392-D5D42FFB82F2}" dt="2026-07-26T13:58:13.119" v="295" actId="1076"/>
          <ac:spMkLst>
            <pc:docMk/>
            <pc:sldMk cId="3810636414" sldId="257"/>
            <ac:spMk id="3" creationId="{6D450244-FDFD-19C6-36FF-269705D34D4E}"/>
          </ac:spMkLst>
        </pc:spChg>
        <pc:picChg chg="add mod ord modCrop">
          <ac:chgData name="banana fu" userId="ed976ac1ba8285c4" providerId="LiveId" clId="{88AF2FF6-62A1-469D-A392-D5D42FFB82F2}" dt="2026-07-26T15:06:05.337" v="324" actId="732"/>
          <ac:picMkLst>
            <pc:docMk/>
            <pc:sldMk cId="3810636414" sldId="257"/>
            <ac:picMk id="5" creationId="{0F4E1D8E-3AF9-BA26-54E3-D4176E1497C2}"/>
          </ac:picMkLst>
        </pc:picChg>
      </pc:sldChg>
      <pc:sldChg chg="modSp add mod addAnim delAnim modAnim">
        <pc:chgData name="banana fu" userId="ed976ac1ba8285c4" providerId="LiveId" clId="{88AF2FF6-62A1-469D-A392-D5D42FFB82F2}" dt="2026-07-26T23:47:44.732" v="2417"/>
        <pc:sldMkLst>
          <pc:docMk/>
          <pc:sldMk cId="1206507492" sldId="258"/>
        </pc:sldMkLst>
        <pc:spChg chg="mod">
          <ac:chgData name="banana fu" userId="ed976ac1ba8285c4" providerId="LiveId" clId="{88AF2FF6-62A1-469D-A392-D5D42FFB82F2}" dt="2026-07-26T15:09:01.722" v="643" actId="20577"/>
          <ac:spMkLst>
            <pc:docMk/>
            <pc:sldMk cId="1206507492" sldId="258"/>
            <ac:spMk id="2" creationId="{ED90052D-50E5-26B1-3011-56D2DB331A1A}"/>
          </ac:spMkLst>
        </pc:spChg>
        <pc:spChg chg="mod">
          <ac:chgData name="banana fu" userId="ed976ac1ba8285c4" providerId="LiveId" clId="{88AF2FF6-62A1-469D-A392-D5D42FFB82F2}" dt="2026-07-26T15:10:49.340" v="720" actId="14100"/>
          <ac:spMkLst>
            <pc:docMk/>
            <pc:sldMk cId="1206507492" sldId="258"/>
            <ac:spMk id="3" creationId="{28A70DBD-2E74-1C26-203E-E922AB6BD638}"/>
          </ac:spMkLst>
        </pc:spChg>
      </pc:sldChg>
      <pc:sldChg chg="addSp delSp modSp add mod">
        <pc:chgData name="banana fu" userId="ed976ac1ba8285c4" providerId="LiveId" clId="{88AF2FF6-62A1-469D-A392-D5D42FFB82F2}" dt="2026-07-26T15:42:29.675" v="1195" actId="20577"/>
        <pc:sldMkLst>
          <pc:docMk/>
          <pc:sldMk cId="3031748210" sldId="259"/>
        </pc:sldMkLst>
        <pc:spChg chg="mod">
          <ac:chgData name="banana fu" userId="ed976ac1ba8285c4" providerId="LiveId" clId="{88AF2FF6-62A1-469D-A392-D5D42FFB82F2}" dt="2026-07-26T15:24:25.320" v="1104" actId="1076"/>
          <ac:spMkLst>
            <pc:docMk/>
            <pc:sldMk cId="3031748210" sldId="259"/>
            <ac:spMk id="2" creationId="{70C79039-641F-BD6A-34F1-58156678C8D1}"/>
          </ac:spMkLst>
        </pc:spChg>
        <pc:spChg chg="mod">
          <ac:chgData name="banana fu" userId="ed976ac1ba8285c4" providerId="LiveId" clId="{88AF2FF6-62A1-469D-A392-D5D42FFB82F2}" dt="2026-07-26T15:42:29.675" v="1195" actId="20577"/>
          <ac:spMkLst>
            <pc:docMk/>
            <pc:sldMk cId="3031748210" sldId="259"/>
            <ac:spMk id="3" creationId="{B06EC937-9DFE-A99D-BF6A-24A8FDD4C615}"/>
          </ac:spMkLst>
        </pc:spChg>
        <pc:spChg chg="add mod">
          <ac:chgData name="banana fu" userId="ed976ac1ba8285c4" providerId="LiveId" clId="{88AF2FF6-62A1-469D-A392-D5D42FFB82F2}" dt="2026-07-26T15:24:25.320" v="1104" actId="1076"/>
          <ac:spMkLst>
            <pc:docMk/>
            <pc:sldMk cId="3031748210" sldId="259"/>
            <ac:spMk id="4" creationId="{6435FDDB-D8A0-6204-B6E7-CF07CDC9D0F9}"/>
          </ac:spMkLst>
        </pc:spChg>
        <pc:spChg chg="add mod">
          <ac:chgData name="banana fu" userId="ed976ac1ba8285c4" providerId="LiveId" clId="{88AF2FF6-62A1-469D-A392-D5D42FFB82F2}" dt="2026-07-26T15:28:04.578" v="1189" actId="14100"/>
          <ac:spMkLst>
            <pc:docMk/>
            <pc:sldMk cId="3031748210" sldId="259"/>
            <ac:spMk id="6" creationId="{B9C64C2C-1004-046A-C3AB-13CE6F57B7FA}"/>
          </ac:spMkLst>
        </pc:spChg>
        <pc:spChg chg="add mod">
          <ac:chgData name="banana fu" userId="ed976ac1ba8285c4" providerId="LiveId" clId="{88AF2FF6-62A1-469D-A392-D5D42FFB82F2}" dt="2026-07-26T15:24:34.852" v="1105" actId="1076"/>
          <ac:spMkLst>
            <pc:docMk/>
            <pc:sldMk cId="3031748210" sldId="259"/>
            <ac:spMk id="7" creationId="{AED27669-62B8-1C8B-856B-62DC5C6D4060}"/>
          </ac:spMkLst>
        </pc:spChg>
        <pc:spChg chg="add mod">
          <ac:chgData name="banana fu" userId="ed976ac1ba8285c4" providerId="LiveId" clId="{88AF2FF6-62A1-469D-A392-D5D42FFB82F2}" dt="2026-07-26T15:24:34.852" v="1105" actId="1076"/>
          <ac:spMkLst>
            <pc:docMk/>
            <pc:sldMk cId="3031748210" sldId="259"/>
            <ac:spMk id="8" creationId="{70216D80-117A-9830-0292-95EEC927FE17}"/>
          </ac:spMkLst>
        </pc:spChg>
        <pc:spChg chg="add del mod">
          <ac:chgData name="banana fu" userId="ed976ac1ba8285c4" providerId="LiveId" clId="{88AF2FF6-62A1-469D-A392-D5D42FFB82F2}" dt="2026-07-26T15:22:09.739" v="1063" actId="478"/>
          <ac:spMkLst>
            <pc:docMk/>
            <pc:sldMk cId="3031748210" sldId="259"/>
            <ac:spMk id="9" creationId="{24F07515-9F42-E349-6DF4-7299A16B301F}"/>
          </ac:spMkLst>
        </pc:spChg>
        <pc:spChg chg="add del mod">
          <ac:chgData name="banana fu" userId="ed976ac1ba8285c4" providerId="LiveId" clId="{88AF2FF6-62A1-469D-A392-D5D42FFB82F2}" dt="2026-07-26T15:22:08.066" v="1062" actId="478"/>
          <ac:spMkLst>
            <pc:docMk/>
            <pc:sldMk cId="3031748210" sldId="259"/>
            <ac:spMk id="10" creationId="{D6EB8D28-23AF-3743-DCE2-53C2C45008AC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2" creationId="{CEBD77C8-8275-2E89-4622-5043E427680A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3" creationId="{A80B1A10-1B55-5530-44DD-AA9194329496}"/>
          </ac:spMkLst>
        </pc:spChg>
        <pc:spChg chg="add mod">
          <ac:chgData name="banana fu" userId="ed976ac1ba8285c4" providerId="LiveId" clId="{88AF2FF6-62A1-469D-A392-D5D42FFB82F2}" dt="2026-07-26T15:24:00.841" v="1097"/>
          <ac:spMkLst>
            <pc:docMk/>
            <pc:sldMk cId="3031748210" sldId="259"/>
            <ac:spMk id="14" creationId="{20C6E681-98BA-A7EE-FC32-31A9F51B3E31}"/>
          </ac:spMkLst>
        </pc:spChg>
        <pc:spChg chg="add mod">
          <ac:chgData name="banana fu" userId="ed976ac1ba8285c4" providerId="LiveId" clId="{88AF2FF6-62A1-469D-A392-D5D42FFB82F2}" dt="2026-07-26T15:25:58.923" v="1178" actId="207"/>
          <ac:spMkLst>
            <pc:docMk/>
            <pc:sldMk cId="3031748210" sldId="259"/>
            <ac:spMk id="15" creationId="{CF9F4D4E-5CD6-8D5B-63D5-7D00305145CA}"/>
          </ac:spMkLst>
        </pc:spChg>
        <pc:spChg chg="add mod">
          <ac:chgData name="banana fu" userId="ed976ac1ba8285c4" providerId="LiveId" clId="{88AF2FF6-62A1-469D-A392-D5D42FFB82F2}" dt="2026-07-26T15:26:07.906" v="1179" actId="207"/>
          <ac:spMkLst>
            <pc:docMk/>
            <pc:sldMk cId="3031748210" sldId="259"/>
            <ac:spMk id="16" creationId="{BDA416C3-737D-1BD2-E6B5-A4DD60FA3C65}"/>
          </ac:spMkLst>
        </pc:spChg>
        <pc:spChg chg="add mod">
          <ac:chgData name="banana fu" userId="ed976ac1ba8285c4" providerId="LiveId" clId="{88AF2FF6-62A1-469D-A392-D5D42FFB82F2}" dt="2026-07-26T15:26:53.474" v="1184" actId="207"/>
          <ac:spMkLst>
            <pc:docMk/>
            <pc:sldMk cId="3031748210" sldId="259"/>
            <ac:spMk id="17" creationId="{F6473470-4BDA-13EA-3077-814181998B00}"/>
          </ac:spMkLst>
        </pc:spChg>
        <pc:spChg chg="add mod">
          <ac:chgData name="banana fu" userId="ed976ac1ba8285c4" providerId="LiveId" clId="{88AF2FF6-62A1-469D-A392-D5D42FFB82F2}" dt="2026-07-26T15:27:11.985" v="1185" actId="207"/>
          <ac:spMkLst>
            <pc:docMk/>
            <pc:sldMk cId="3031748210" sldId="259"/>
            <ac:spMk id="18" creationId="{46B3AFFB-31FA-EAC2-7014-2DCDA45EB7EA}"/>
          </ac:spMkLst>
        </pc:spChg>
        <pc:spChg chg="add mod">
          <ac:chgData name="banana fu" userId="ed976ac1ba8285c4" providerId="LiveId" clId="{88AF2FF6-62A1-469D-A392-D5D42FFB82F2}" dt="2026-07-26T15:27:55.099" v="1187" actId="14100"/>
          <ac:spMkLst>
            <pc:docMk/>
            <pc:sldMk cId="3031748210" sldId="259"/>
            <ac:spMk id="19" creationId="{3339413B-4713-79B1-2FE8-2AF105AD2143}"/>
          </ac:spMkLst>
        </pc:spChg>
        <pc:spChg chg="add del mod">
          <ac:chgData name="banana fu" userId="ed976ac1ba8285c4" providerId="LiveId" clId="{88AF2FF6-62A1-469D-A392-D5D42FFB82F2}" dt="2026-07-26T15:25:10.848" v="1172" actId="478"/>
          <ac:spMkLst>
            <pc:docMk/>
            <pc:sldMk cId="3031748210" sldId="259"/>
            <ac:spMk id="20" creationId="{A196684C-60E6-D49D-6D8B-38DC9B199E16}"/>
          </ac:spMkLst>
        </pc:spChg>
        <pc:picChg chg="mod">
          <ac:chgData name="banana fu" userId="ed976ac1ba8285c4" providerId="LiveId" clId="{88AF2FF6-62A1-469D-A392-D5D42FFB82F2}" dt="2026-07-26T15:24:14.505" v="1103" actId="34135"/>
          <ac:picMkLst>
            <pc:docMk/>
            <pc:sldMk cId="3031748210" sldId="259"/>
            <ac:picMk id="5" creationId="{C6B1434E-95D9-A652-6A7D-E8843D3BDCE4}"/>
          </ac:picMkLst>
        </pc:picChg>
        <pc:picChg chg="add mod">
          <ac:chgData name="banana fu" userId="ed976ac1ba8285c4" providerId="LiveId" clId="{88AF2FF6-62A1-469D-A392-D5D42FFB82F2}" dt="2026-07-26T15:24:00.841" v="1097"/>
          <ac:picMkLst>
            <pc:docMk/>
            <pc:sldMk cId="3031748210" sldId="259"/>
            <ac:picMk id="11" creationId="{EC1C39B4-4613-DDE8-56E3-59BE5ED12E98}"/>
          </ac:picMkLst>
        </pc:picChg>
      </pc:sldChg>
      <pc:sldChg chg="addSp modSp new mod modAnim">
        <pc:chgData name="banana fu" userId="ed976ac1ba8285c4" providerId="LiveId" clId="{88AF2FF6-62A1-469D-A392-D5D42FFB82F2}" dt="2026-07-26T17:34:11.635" v="1617" actId="1076"/>
        <pc:sldMkLst>
          <pc:docMk/>
          <pc:sldMk cId="1377706799" sldId="260"/>
        </pc:sldMkLst>
        <pc:spChg chg="mod">
          <ac:chgData name="banana fu" userId="ed976ac1ba8285c4" providerId="LiveId" clId="{88AF2FF6-62A1-469D-A392-D5D42FFB82F2}" dt="2026-07-26T17:33:23.264" v="1608" actId="1076"/>
          <ac:spMkLst>
            <pc:docMk/>
            <pc:sldMk cId="1377706799" sldId="260"/>
            <ac:spMk id="2" creationId="{442AB22F-52F3-D402-327D-85C1C618410F}"/>
          </ac:spMkLst>
        </pc:spChg>
        <pc:spChg chg="mod">
          <ac:chgData name="banana fu" userId="ed976ac1ba8285c4" providerId="LiveId" clId="{88AF2FF6-62A1-469D-A392-D5D42FFB82F2}" dt="2026-07-26T17:34:11.635" v="1617" actId="1076"/>
          <ac:spMkLst>
            <pc:docMk/>
            <pc:sldMk cId="1377706799" sldId="260"/>
            <ac:spMk id="3" creationId="{692B8F35-AA05-5740-95C3-B4B046AA4557}"/>
          </ac:spMkLst>
        </pc:spChg>
        <pc:picChg chg="add mod ord">
          <ac:chgData name="banana fu" userId="ed976ac1ba8285c4" providerId="LiveId" clId="{88AF2FF6-62A1-469D-A392-D5D42FFB82F2}" dt="2026-07-26T17:06:59.589" v="1196" actId="167"/>
          <ac:picMkLst>
            <pc:docMk/>
            <pc:sldMk cId="1377706799" sldId="260"/>
            <ac:picMk id="5" creationId="{541CBBDA-FCBD-2425-5680-DBBC40C09211}"/>
          </ac:picMkLst>
        </pc:picChg>
      </pc:sldChg>
      <pc:sldChg chg="modSp add mod addAnim delAnim modAnim">
        <pc:chgData name="banana fu" userId="ed976ac1ba8285c4" providerId="LiveId" clId="{88AF2FF6-62A1-469D-A392-D5D42FFB82F2}" dt="2026-07-26T23:48:48.188" v="2420"/>
        <pc:sldMkLst>
          <pc:docMk/>
          <pc:sldMk cId="3619498498" sldId="261"/>
        </pc:sldMkLst>
        <pc:spChg chg="mod">
          <ac:chgData name="banana fu" userId="ed976ac1ba8285c4" providerId="LiveId" clId="{88AF2FF6-62A1-469D-A392-D5D42FFB82F2}" dt="2026-07-26T17:19:02.446" v="1345" actId="20577"/>
          <ac:spMkLst>
            <pc:docMk/>
            <pc:sldMk cId="3619498498" sldId="261"/>
            <ac:spMk id="2" creationId="{EB7C73A4-665A-6C16-C800-979841E34ED2}"/>
          </ac:spMkLst>
        </pc:spChg>
        <pc:spChg chg="mod">
          <ac:chgData name="banana fu" userId="ed976ac1ba8285c4" providerId="LiveId" clId="{88AF2FF6-62A1-469D-A392-D5D42FFB82F2}" dt="2026-07-26T17:48:51.703" v="2374" actId="2710"/>
          <ac:spMkLst>
            <pc:docMk/>
            <pc:sldMk cId="3619498498" sldId="261"/>
            <ac:spMk id="3" creationId="{08E78BEA-8530-740C-22A8-54679C4EED34}"/>
          </ac:spMkLst>
        </pc:spChg>
      </pc:sldChg>
      <pc:sldChg chg="modSp add mod addAnim delAnim modAnim">
        <pc:chgData name="banana fu" userId="ed976ac1ba8285c4" providerId="LiveId" clId="{88AF2FF6-62A1-469D-A392-D5D42FFB82F2}" dt="2026-07-26T23:49:24.078" v="2423"/>
        <pc:sldMkLst>
          <pc:docMk/>
          <pc:sldMk cId="2554481305" sldId="262"/>
        </pc:sldMkLst>
        <pc:spChg chg="mod">
          <ac:chgData name="banana fu" userId="ed976ac1ba8285c4" providerId="LiveId" clId="{88AF2FF6-62A1-469D-A392-D5D42FFB82F2}" dt="2026-07-26T17:19:18.418" v="1376" actId="20577"/>
          <ac:spMkLst>
            <pc:docMk/>
            <pc:sldMk cId="2554481305" sldId="262"/>
            <ac:spMk id="2" creationId="{D4C6D251-5793-7F97-62D5-D870104A310E}"/>
          </ac:spMkLst>
        </pc:spChg>
        <pc:spChg chg="mod">
          <ac:chgData name="banana fu" userId="ed976ac1ba8285c4" providerId="LiveId" clId="{88AF2FF6-62A1-469D-A392-D5D42FFB82F2}" dt="2026-07-26T17:48:41.117" v="2372" actId="14100"/>
          <ac:spMkLst>
            <pc:docMk/>
            <pc:sldMk cId="2554481305" sldId="262"/>
            <ac:spMk id="3" creationId="{BDE5D47C-6706-E69C-9FC9-535553E75F5A}"/>
          </ac:spMkLst>
        </pc:spChg>
      </pc:sldChg>
      <pc:sldChg chg="modSp add mod addAnim delAnim modAnim">
        <pc:chgData name="banana fu" userId="ed976ac1ba8285c4" providerId="LiveId" clId="{88AF2FF6-62A1-469D-A392-D5D42FFB82F2}" dt="2026-07-26T23:50:44.679" v="2434" actId="20577"/>
        <pc:sldMkLst>
          <pc:docMk/>
          <pc:sldMk cId="1111605474" sldId="263"/>
        </pc:sldMkLst>
        <pc:spChg chg="mod">
          <ac:chgData name="banana fu" userId="ed976ac1ba8285c4" providerId="LiveId" clId="{88AF2FF6-62A1-469D-A392-D5D42FFB82F2}" dt="2026-07-26T17:19:25.140" v="1395" actId="20577"/>
          <ac:spMkLst>
            <pc:docMk/>
            <pc:sldMk cId="1111605474" sldId="263"/>
            <ac:spMk id="2" creationId="{5B666BA3-C6C6-06E0-C53A-F478899F564E}"/>
          </ac:spMkLst>
        </pc:spChg>
        <pc:spChg chg="mod">
          <ac:chgData name="banana fu" userId="ed976ac1ba8285c4" providerId="LiveId" clId="{88AF2FF6-62A1-469D-A392-D5D42FFB82F2}" dt="2026-07-26T23:50:44.679" v="2434" actId="20577"/>
          <ac:spMkLst>
            <pc:docMk/>
            <pc:sldMk cId="1111605474" sldId="263"/>
            <ac:spMk id="3" creationId="{1CE87120-FCCD-86E1-B61C-D773747741B1}"/>
          </ac:spMkLst>
        </pc:spChg>
      </pc:sldChg>
      <pc:sldChg chg="addSp modSp new mod">
        <pc:chgData name="banana fu" userId="ed976ac1ba8285c4" providerId="LiveId" clId="{88AF2FF6-62A1-469D-A392-D5D42FFB82F2}" dt="2026-07-27T01:33:10.174" v="2533" actId="20577"/>
        <pc:sldMkLst>
          <pc:docMk/>
          <pc:sldMk cId="4322411" sldId="264"/>
        </pc:sldMkLst>
        <pc:spChg chg="mod">
          <ac:chgData name="banana fu" userId="ed976ac1ba8285c4" providerId="LiveId" clId="{88AF2FF6-62A1-469D-A392-D5D42FFB82F2}" dt="2026-07-27T01:27:15.947" v="2476" actId="113"/>
          <ac:spMkLst>
            <pc:docMk/>
            <pc:sldMk cId="4322411" sldId="264"/>
            <ac:spMk id="2" creationId="{1496A786-E26F-4FE3-15ED-8EDC5E373286}"/>
          </ac:spMkLst>
        </pc:spChg>
        <pc:spChg chg="mod">
          <ac:chgData name="banana fu" userId="ed976ac1ba8285c4" providerId="LiveId" clId="{88AF2FF6-62A1-469D-A392-D5D42FFB82F2}" dt="2026-07-27T01:33:10.174" v="2533" actId="20577"/>
          <ac:spMkLst>
            <pc:docMk/>
            <pc:sldMk cId="4322411" sldId="264"/>
            <ac:spMk id="3" creationId="{94B3494E-91D6-69F1-8BB2-EAFD97749CDC}"/>
          </ac:spMkLst>
        </pc:spChg>
        <pc:picChg chg="add mod ord">
          <ac:chgData name="banana fu" userId="ed976ac1ba8285c4" providerId="LiveId" clId="{88AF2FF6-62A1-469D-A392-D5D42FFB82F2}" dt="2026-07-27T01:23:36.185" v="2439" actId="167"/>
          <ac:picMkLst>
            <pc:docMk/>
            <pc:sldMk cId="4322411" sldId="264"/>
            <ac:picMk id="5" creationId="{BF98D990-B8E0-921F-C31C-56400F647A14}"/>
          </ac:picMkLst>
        </pc:picChg>
      </pc:sldChg>
      <pc:sldChg chg="add del">
        <pc:chgData name="banana fu" userId="ed976ac1ba8285c4" providerId="LiveId" clId="{88AF2FF6-62A1-469D-A392-D5D42FFB82F2}" dt="2026-07-27T01:36:50.479" v="2534" actId="47"/>
        <pc:sldMkLst>
          <pc:docMk/>
          <pc:sldMk cId="70355335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8A5377-89CD-89C1-A1B8-63945E59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BAB65A-930E-739D-1A97-1B373564D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AD72CB-5BC1-2BD9-380B-6FDAD0C2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0EB86E-AD34-C21E-44EB-53E02779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E79DE2-D738-0F98-052B-F3393391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3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D28EF-9C04-F1C8-239A-326417F4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2BB591-A5A5-4671-4829-24E3BCF91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D36A22-E7AA-20EE-A978-10B1A045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9A15AC-8647-AC38-2F03-2BAFC82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4BBFD4-1C69-6AE3-265D-775AE235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1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3637E-3FBF-61E6-9742-72C088B9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686DF2-6D62-E07A-E750-65D89D769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B9302D-013F-03C8-7EF9-307DC218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540A2F-6F6E-7F46-21C6-719D647B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9E2201-F053-EF65-7CFE-D51818E0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F26C0C-8E78-EF2E-CE8C-AC564588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0553A1-58E4-741C-0C5E-BBF8CEC0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3FE458-488C-1AD2-C0AE-5B3B9DD0D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0B6486-D416-8C14-B281-8E783518C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9DABE8-6726-1DC4-1AAF-CB4B2DA3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5A7890-E15E-724F-00A4-1567C393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5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F9513-54BC-F4D1-6999-59AB4164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C1170F-9C2E-00EB-0D44-93B4D2C05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172632-AA05-C5AD-44A6-5E870E5AE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1648B4C-DE87-7804-D0DB-FED9E1C55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F61282-0D45-13CE-E382-2DDCDBA8F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B196D1-164B-F34D-F74D-280B61FC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6D17A68-E017-DCF7-6B6D-B3512AEE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D3BCA52-1892-9D66-8F2B-8D34BD54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5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DC12DB-C358-8132-2626-35D57869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89D4696-13C2-964C-F0B3-296037A1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583612-23E1-795A-FA1C-EEDF2EB9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02C361-640E-935D-6637-893D21A2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7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137ECD-9BE9-50E5-CD27-058AF591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93BCCCE-93F1-6F01-7086-8072BFF9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B65B7E-1890-D223-E217-EE00EC0C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37D72-384F-EF99-2A2C-228857E4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6B7929-0592-ED06-0C36-36881046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19F2D32-9C35-CB35-B378-A8530A7B2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B61ED7-3D23-C177-B237-05F03F34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DDEF86-1E23-EBC5-DDE0-CB1AE5B8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0029B3-6578-8568-A8DB-0771BBE9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AD8F6-7D8E-D2B2-E44B-405998D9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259F667-0866-242B-80B0-37CD5FE09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F99E86-2B63-93B7-190F-476AA6762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F26918-8935-F004-3AF6-8AE3D3D8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26A3AE-EA2B-2123-C03A-88A19BE8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7B98CE-16E2-DE5E-6F79-19C84FE7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7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C1870-A89A-7206-78F1-0C0C74D5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7EEF89-9C12-EAE4-5A38-954F9527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1BBB2F-2214-5178-7C96-D135AE0A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E6316E-764B-E59C-91EF-3335E5C3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100BC6-4032-3212-2E79-68564603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2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A580750-08C7-A1AA-8D6B-9A9E3AFC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77B579-A678-97AA-6050-20768718B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43A611-E776-C070-7C99-12D7D149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C6166B-142C-E13C-F43B-F653BD9E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30A0B3-5E2B-90CF-0BEF-779350A6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0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854DDE5-C813-A500-0FAC-33F2466F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0A0376-8935-6F22-72F8-FB424DA81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B70FC9-AB6F-F286-A4A5-8BADA3080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DF71F-9D72-4750-88FD-CBCE94AF7514}" type="datetimeFigureOut">
              <a:rPr lang="en-US" smtClean="0"/>
              <a:t>07/27/2026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E87596-301B-3CA7-C4C5-E86AD0F0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1BB2C0-5B47-F212-EF03-C284715B6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C3E1A-91E6-41DB-A28B-4007A5D8F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2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53C7720-482D-EC75-F04A-B4A726DE81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2195983-B559-898E-EDD8-6AFDED7B6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ln w="0"/>
              </a:rPr>
              <a:t>自然概論</a:t>
            </a:r>
            <a:endParaRPr lang="en-US" b="1" dirty="0">
              <a:ln w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BC7B6B-C9B9-141F-1112-9B84323AE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0613"/>
            <a:ext cx="9144000" cy="1655762"/>
          </a:xfrm>
        </p:spPr>
        <p:txBody>
          <a:bodyPr/>
          <a:lstStyle/>
          <a:p>
            <a:r>
              <a:rPr lang="zh-TW" altLang="en-US" b="1" dirty="0">
                <a:ln w="0"/>
              </a:rPr>
              <a:t>秀峰國中</a:t>
            </a:r>
            <a:r>
              <a:rPr lang="en-US" altLang="zh-TW" b="1" dirty="0">
                <a:ln w="0"/>
              </a:rPr>
              <a:t>9</a:t>
            </a:r>
            <a:r>
              <a:rPr lang="zh-TW" altLang="en-US" b="1" dirty="0">
                <a:ln w="0"/>
              </a:rPr>
              <a:t>年級暑期輔導</a:t>
            </a:r>
            <a:r>
              <a:rPr lang="en-US" altLang="zh-TW" b="1" dirty="0">
                <a:ln w="0"/>
              </a:rPr>
              <a:t>W1</a:t>
            </a:r>
          </a:p>
          <a:p>
            <a:r>
              <a:rPr lang="zh-TW" altLang="en-US" b="1" dirty="0">
                <a:ln w="0"/>
              </a:rPr>
              <a:t>教師：傅筠琇</a:t>
            </a:r>
            <a:endParaRPr lang="en-US" b="1" dirty="0">
              <a:ln w="0"/>
            </a:endParaRPr>
          </a:p>
        </p:txBody>
      </p:sp>
    </p:spTree>
    <p:extLst>
      <p:ext uri="{BB962C8B-B14F-4D97-AF65-F5344CB8AC3E}">
        <p14:creationId xmlns:p14="http://schemas.microsoft.com/office/powerpoint/2010/main" val="239714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F4E1D8E-3AF9-BA26-54E3-D4176E1497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534F5AD-2862-3721-F1A6-14082C1A0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自我介紹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450244-FDFD-19C6-36FF-269705D3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475"/>
            <a:ext cx="10515600" cy="3098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畢業學校：國立臺灣師範大學 地球科學系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興趣：學習各種領域的技能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專長：跨領域整合</a:t>
            </a:r>
            <a:endParaRPr lang="en-US" altLang="zh-TW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dirty="0"/>
              <a:t>最近最投入的事情：讀</a:t>
            </a:r>
            <a:r>
              <a:rPr lang="en-US" dirty="0"/>
              <a:t>《</a:t>
            </a:r>
            <a:r>
              <a:rPr lang="en-US" dirty="0" err="1"/>
              <a:t>夏帆（The</a:t>
            </a:r>
            <a:r>
              <a:rPr lang="en-US" dirty="0"/>
              <a:t> Tale of KAHO）》</a:t>
            </a:r>
            <a:r>
              <a:rPr lang="zh-TW" altLang="en-US" dirty="0"/>
              <a:t>、勾針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3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409C-0DB2-2B7F-4AFD-3B43DD68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6D594FA-CBC1-12B9-8C19-DC67097F4C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D90052D-50E5-26B1-3011-56D2DB33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快速</a:t>
            </a:r>
            <a:r>
              <a:rPr lang="en-US" altLang="zh-TW" b="1" dirty="0"/>
              <a:t>Q&amp;A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70DBD-2E74-1C26-203E-E922AB6BD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9474"/>
            <a:ext cx="10515600" cy="38036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TW" altLang="en-US" b="1" dirty="0"/>
              <a:t>地球科學在學什麼？</a:t>
            </a:r>
            <a:endParaRPr lang="en-US" altLang="zh-TW" b="1" dirty="0"/>
          </a:p>
          <a:p>
            <a:pPr marL="0" indent="0">
              <a:buNone/>
            </a:pPr>
            <a:r>
              <a:rPr lang="en-US" altLang="zh-TW" dirty="0"/>
              <a:t>Ans</a:t>
            </a:r>
            <a:r>
              <a:rPr lang="zh-TW" altLang="en-US" dirty="0"/>
              <a:t>：天文、大氣、海洋、地質。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b="1" dirty="0"/>
              <a:t>為什麼要學地球科學？</a:t>
            </a:r>
            <a:endParaRPr lang="en-US" altLang="zh-TW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Ans</a:t>
            </a:r>
            <a:r>
              <a:rPr lang="zh-TW" altLang="en-US" dirty="0"/>
              <a:t>：更加了解世界的運轉規則。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b="1" dirty="0"/>
              <a:t>怎麼樣可以學好地球科學？</a:t>
            </a:r>
            <a:endParaRPr lang="en-US" altLang="zh-TW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Ans</a:t>
            </a:r>
            <a:r>
              <a:rPr lang="zh-TW" altLang="en-US" dirty="0"/>
              <a:t>：多運用想像力結合你覺得正確的常識！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22F9-2AB7-536C-5D6D-FE87ED77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6B1434E-95D9-A652-6A7D-E8843D3BDC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0C79039-641F-BD6A-34F1-58156678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zh-TW" altLang="en-US" b="1" dirty="0"/>
              <a:t>分組競賽！！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6EC937-9DFE-A99D-BF6A-24A8FDD4C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019"/>
            <a:ext cx="10515600" cy="147955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由老師抽籤分組。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最贏的組別有獎勵，最輸的組別有懲罰。</a:t>
            </a:r>
            <a:endParaRPr lang="en-US" altLang="zh-TW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zh-TW" altLang="en-US" dirty="0"/>
              <a:t>獎勵與懲罰於</a:t>
            </a:r>
            <a:r>
              <a:rPr lang="zh-TW" altLang="en-US" b="1" dirty="0"/>
              <a:t>暑輔最後一週</a:t>
            </a:r>
            <a:r>
              <a:rPr lang="zh-TW" altLang="en-US" dirty="0"/>
              <a:t>公布</a:t>
            </a:r>
            <a:r>
              <a:rPr lang="en-US" altLang="zh-TW" dirty="0"/>
              <a:t>(</a:t>
            </a:r>
            <a:r>
              <a:rPr lang="zh-TW" altLang="en-US" dirty="0"/>
              <a:t>跟成績及學習權益無關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35FDDB-D8A0-6204-B6E7-CF07CDC9D0F9}"/>
              </a:ext>
            </a:extLst>
          </p:cNvPr>
          <p:cNvSpPr/>
          <p:nvPr/>
        </p:nvSpPr>
        <p:spPr>
          <a:xfrm>
            <a:off x="4833936" y="2899570"/>
            <a:ext cx="2714625" cy="6286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黑板</a:t>
            </a:r>
            <a:endParaRPr 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C64C2C-1004-046A-C3AB-13CE6F57B7FA}"/>
              </a:ext>
            </a:extLst>
          </p:cNvPr>
          <p:cNvSpPr/>
          <p:nvPr/>
        </p:nvSpPr>
        <p:spPr>
          <a:xfrm>
            <a:off x="2314575" y="3646090"/>
            <a:ext cx="2000251" cy="971550"/>
          </a:xfrm>
          <a:prstGeom prst="rect">
            <a:avLst/>
          </a:prstGeom>
          <a:solidFill>
            <a:srgbClr val="7FB0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水星</a:t>
            </a:r>
            <a:endParaRPr 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27669-62B8-1C8B-856B-62DC5C6D4060}"/>
              </a:ext>
            </a:extLst>
          </p:cNvPr>
          <p:cNvSpPr/>
          <p:nvPr/>
        </p:nvSpPr>
        <p:spPr>
          <a:xfrm>
            <a:off x="5191122" y="3646090"/>
            <a:ext cx="2000251" cy="971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金星</a:t>
            </a:r>
            <a:endParaRPr 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216D80-117A-9830-0292-95EEC927FE17}"/>
              </a:ext>
            </a:extLst>
          </p:cNvPr>
          <p:cNvSpPr/>
          <p:nvPr/>
        </p:nvSpPr>
        <p:spPr>
          <a:xfrm>
            <a:off x="8067669" y="3646090"/>
            <a:ext cx="2000251" cy="9715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地球</a:t>
            </a:r>
            <a:endParaRPr 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9F4D4E-5CD6-8D5B-63D5-7D00305145CA}"/>
              </a:ext>
            </a:extLst>
          </p:cNvPr>
          <p:cNvSpPr/>
          <p:nvPr/>
        </p:nvSpPr>
        <p:spPr>
          <a:xfrm>
            <a:off x="2314575" y="4707335"/>
            <a:ext cx="2000251" cy="971550"/>
          </a:xfrm>
          <a:prstGeom prst="rect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火星</a:t>
            </a:r>
            <a:endParaRPr 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A416C3-737D-1BD2-E6B5-A4DD60FA3C65}"/>
              </a:ext>
            </a:extLst>
          </p:cNvPr>
          <p:cNvSpPr/>
          <p:nvPr/>
        </p:nvSpPr>
        <p:spPr>
          <a:xfrm>
            <a:off x="5191122" y="4707335"/>
            <a:ext cx="2000251" cy="9715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木星</a:t>
            </a:r>
            <a:endParaRPr 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473470-4BDA-13EA-3077-814181998B00}"/>
              </a:ext>
            </a:extLst>
          </p:cNvPr>
          <p:cNvSpPr/>
          <p:nvPr/>
        </p:nvSpPr>
        <p:spPr>
          <a:xfrm>
            <a:off x="8067669" y="4707335"/>
            <a:ext cx="2000251" cy="971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土星</a:t>
            </a:r>
            <a:endParaRPr lang="en-US" sz="2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B3AFFB-31FA-EAC2-7014-2DCDA45EB7EA}"/>
              </a:ext>
            </a:extLst>
          </p:cNvPr>
          <p:cNvSpPr/>
          <p:nvPr/>
        </p:nvSpPr>
        <p:spPr>
          <a:xfrm>
            <a:off x="2314575" y="5768580"/>
            <a:ext cx="3328991" cy="971550"/>
          </a:xfrm>
          <a:prstGeom prst="rect">
            <a:avLst/>
          </a:prstGeom>
          <a:solidFill>
            <a:srgbClr val="DA7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天王星</a:t>
            </a:r>
            <a:endParaRPr 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39413B-4713-79B1-2FE8-2AF105AD2143}"/>
              </a:ext>
            </a:extLst>
          </p:cNvPr>
          <p:cNvSpPr/>
          <p:nvPr/>
        </p:nvSpPr>
        <p:spPr>
          <a:xfrm>
            <a:off x="6738929" y="5782667"/>
            <a:ext cx="3328991" cy="971550"/>
          </a:xfrm>
          <a:prstGeom prst="rect">
            <a:avLst/>
          </a:prstGeom>
          <a:solidFill>
            <a:srgbClr val="F6E8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海王星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174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41CBBDA-FCBD-2425-5680-DBBC40C092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42AB22F-52F3-D402-327D-85C1C618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9875"/>
            <a:ext cx="10515600" cy="1325563"/>
          </a:xfrm>
        </p:spPr>
        <p:txBody>
          <a:bodyPr/>
          <a:lstStyle/>
          <a:p>
            <a:r>
              <a:rPr lang="zh-TW" altLang="en-US" b="1" dirty="0"/>
              <a:t>科學推論法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B8F35-AA05-5740-95C3-B4B046AA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35894"/>
            <a:ext cx="10706100" cy="53689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演繹法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 err="1"/>
              <a:t>如果一個人喜歡另一個人，就會特別在意對方的感受</a:t>
            </a:r>
            <a:r>
              <a:rPr lang="zh-TW" altLang="en-US" sz="2400" dirty="0"/>
              <a:t>。</a:t>
            </a:r>
            <a:r>
              <a:rPr lang="en-US" sz="2400" dirty="0"/>
              <a:t> </a:t>
            </a:r>
            <a:r>
              <a:rPr lang="en-US" sz="2400" dirty="0" err="1"/>
              <a:t>小宇喜歡小晴，因此小宇會特別在意小晴的感受</a:t>
            </a:r>
            <a:r>
              <a:rPr lang="en-US" sz="2400" dirty="0"/>
              <a:t>。</a:t>
            </a:r>
            <a:endParaRPr lang="en-US" altLang="zh-TW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歸納法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/>
              <a:t> 小晴觀察到，小宇每次看到喜歡的人，都會主動打招呼、分享零食，也會記得對方說過的話。經過多次觀察後，小晴歸納出：小宇遇到喜歡的人時，會表現得特別主動和細心。</a:t>
            </a:r>
            <a:endParaRPr lang="en-US" altLang="zh-TW" sz="24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回溯推論法</a:t>
            </a:r>
            <a:endParaRPr lang="en-US" altLang="zh-TW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TW" altLang="en-US" sz="2400" dirty="0"/>
              <a:t>例：</a:t>
            </a:r>
            <a:r>
              <a:rPr lang="en-US" sz="2400" dirty="0"/>
              <a:t> </a:t>
            </a:r>
            <a:r>
              <a:rPr lang="en-US" sz="2400" dirty="0" err="1"/>
              <a:t>小晴發現小宇最近常主動找她聊天、記得她喜歡的飲料，還在她心情不好時關心她。因此，小晴推測：小宇可能喜歡她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7770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776D4-21E7-4190-D71F-417E36F95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5498E63-5D69-A1E4-9C29-9FB49AB52D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B7C73A4-665A-6C16-C800-979841E3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演繹法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E78BEA-8530-740C-22A8-54679C4E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2100"/>
            <a:ext cx="10515600" cy="51815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演繹法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吉伊</a:t>
            </a:r>
            <a:r>
              <a:rPr lang="zh-TW" altLang="en-US" sz="2400" dirty="0"/>
              <a:t>遇到挫折都會掉眼淚，這次又面臨分手風波，想必他又會大哭一場了。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小八</a:t>
            </a:r>
            <a:r>
              <a:rPr lang="zh-TW" altLang="en-US" sz="2400" dirty="0"/>
              <a:t>總是省吃儉用，想必他經濟不怎麼富裕。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u="sng" dirty="0"/>
              <a:t>烏薩奇</a:t>
            </a:r>
            <a:r>
              <a:rPr lang="zh-TW" altLang="en-US" sz="2400" dirty="0"/>
              <a:t>會為了救朋友挺身而出、</a:t>
            </a:r>
            <a:r>
              <a:rPr lang="zh-TW" altLang="en-US" sz="2400" u="sng" dirty="0"/>
              <a:t>烏薩奇</a:t>
            </a:r>
            <a:r>
              <a:rPr lang="zh-TW" altLang="en-US" sz="2400" dirty="0"/>
              <a:t>也會在朋友難過時給予最即時的安慰，我們可以得知，</a:t>
            </a:r>
            <a:r>
              <a:rPr lang="zh-TW" altLang="en-US" sz="2400" u="sng" dirty="0"/>
              <a:t>烏薩奇</a:t>
            </a:r>
            <a:r>
              <a:rPr lang="zh-TW" altLang="en-US" sz="2400" dirty="0"/>
              <a:t>很重視朋友。</a:t>
            </a:r>
            <a:endParaRPr lang="en-US" altLang="zh-TW" sz="2400" dirty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sz="2400" dirty="0"/>
              <a:t>哥布林會為了被受到重視，而做出傷害</a:t>
            </a:r>
            <a:r>
              <a:rPr lang="zh-TW" altLang="en-US" sz="2400" u="sng" dirty="0"/>
              <a:t>吉伊</a:t>
            </a:r>
            <a:r>
              <a:rPr lang="zh-TW" altLang="en-US" sz="2400" dirty="0"/>
              <a:t>與朋友們的事。這次哥布林又來抓無辜的</a:t>
            </a:r>
            <a:r>
              <a:rPr lang="zh-TW" altLang="en-US" sz="2400" u="sng" dirty="0"/>
              <a:t>吉伊</a:t>
            </a:r>
            <a:r>
              <a:rPr lang="zh-TW" altLang="en-US" sz="2400" dirty="0"/>
              <a:t>回去他們的巢穴，想必他們又有訴求要表達了。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949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62E8-316B-A8F4-4781-FD5362B5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EF4F33F-7158-5B37-DD56-706DEFE1CB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4C6D251-5793-7F97-62D5-D870104A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歸納法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E5D47C-6706-E69C-9FC9-535553E7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1125"/>
            <a:ext cx="10515600" cy="540067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歸納法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已知颱風假不用到校；明天若放颱風假，小明就能穿著睡衣在家對數學作業裝死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全班突然開始幫市長的貼文按讚，連平常沒交作業的人都留言「注意安全</a:t>
            </a:r>
            <a:r>
              <a:rPr lang="en-US" sz="2400" dirty="0"/>
              <a:t>」，</a:t>
            </a:r>
            <a:r>
              <a:rPr lang="en-US" sz="2400" dirty="0" err="1"/>
              <a:t>因此老師推測大家可能正在期待颱風假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/>
              <a:t>阿哲整理近十次颱風資料，發現颱風路徑越接近臺灣、暴風圈越大，各地停班停課的機會通常越高，因此他推論這些條件可用來評估放颱風假的可能性。</a:t>
            </a:r>
          </a:p>
          <a:p>
            <a:pPr marL="514350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400" dirty="0" err="1"/>
              <a:t>阿華把泡麵、洋芋片和珍珠奶茶擺成祭壇，因此推測他可能正在召喚颱風改變路徑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5448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A0AE-9773-611A-195D-D5088430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8C0FC9-3D14-E87F-E185-1576C592B7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B666BA3-C6C6-06E0-C53A-F478899F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回溯推論法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E87120-FCCD-86E1-B61C-D7737477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431"/>
            <a:ext cx="10515600" cy="5114375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TW" altLang="en-US" dirty="0"/>
              <a:t>下列何者用到</a:t>
            </a:r>
            <a:r>
              <a:rPr lang="zh-TW" altLang="en-US" b="1" dirty="0"/>
              <a:t>回溯推論法</a:t>
            </a:r>
            <a:r>
              <a:rPr lang="zh-TW" altLang="en-US" dirty="0"/>
              <a:t>？</a:t>
            </a:r>
            <a:endParaRPr lang="en-US" altLang="zh-TW" dirty="0"/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冰雪奇緣》中，已知水遇冷會結冰；湖水受到艾莎的低溫魔法影響，因此推論湖面會結冰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侏羅紀公園》中，眾人發現電網失效、圍欄破損，地面還留下巨大腳印，因此推測暴龍可能已經逃出園區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6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哈利波特》中，已知巫師可以施展魔法；哈利是巫師，因此推論哈利也能學會魔法</a:t>
            </a:r>
            <a:r>
              <a:rPr lang="en-US" sz="2400" dirty="0"/>
              <a:t>。</a:t>
            </a:r>
          </a:p>
          <a:p>
            <a:pPr marL="514350" indent="-514350">
              <a:lnSpc>
                <a:spcPct val="100000"/>
              </a:lnSpc>
              <a:buFont typeface="+mj-lt"/>
              <a:buAutoNum type="alphaUcPeriod"/>
            </a:pPr>
            <a:r>
              <a:rPr lang="en-US" sz="2400" dirty="0"/>
              <a:t>《</a:t>
            </a:r>
            <a:r>
              <a:rPr lang="en-US" sz="2400" dirty="0" err="1"/>
              <a:t>復仇者聯盟》中，觀察多次英雄集結，發現每次地球快毀滅時，英雄們最後都會放下爭執，因此歸納出世界越危險，英雄越容易合作</a:t>
            </a:r>
            <a:r>
              <a:rPr 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1160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F98D990-B8E0-921F-C31C-56400F647A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8" r="1703"/>
          <a:stretch>
            <a:fillRect/>
          </a:stretch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496A786-E26F-4FE3-15ED-8EDC5E37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氣象署資料怎麼看？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3494E-91D6-69F1-8BB2-EAFD97749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颱風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地震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豪雨特報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dirty="0"/>
              <a:t>其他氣象資料</a:t>
            </a:r>
            <a:endParaRPr lang="en-US" altLang="zh-TW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軟正黑體">
      <a:majorFont>
        <a:latin typeface="Microsoft JhengHei"/>
        <a:ea typeface="Microsoft JhengHei"/>
        <a:cs typeface=""/>
      </a:majorFont>
      <a:minorFont>
        <a:latin typeface="Microsoft JhengHei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293</TotalTime>
  <Words>446</Words>
  <Application>Microsoft Office PowerPoint</Application>
  <PresentationFormat>寬螢幕</PresentationFormat>
  <Paragraphs>60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Arial</vt:lpstr>
      <vt:lpstr>Wingdings</vt:lpstr>
      <vt:lpstr>Office 佈景主題</vt:lpstr>
      <vt:lpstr>自然概論</vt:lpstr>
      <vt:lpstr>自我介紹</vt:lpstr>
      <vt:lpstr>快速Q&amp;A</vt:lpstr>
      <vt:lpstr>分組競賽！！</vt:lpstr>
      <vt:lpstr>科學推論法</vt:lpstr>
      <vt:lpstr>演繹法</vt:lpstr>
      <vt:lpstr>歸納法</vt:lpstr>
      <vt:lpstr>回溯推論法</vt:lpstr>
      <vt:lpstr>氣象署資料怎麼看？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banana fu</dc:creator>
  <cp:lastModifiedBy>banana fu</cp:lastModifiedBy>
  <cp:revision>1</cp:revision>
  <dcterms:created xsi:type="dcterms:W3CDTF">2026-07-26T12:54:41Z</dcterms:created>
  <dcterms:modified xsi:type="dcterms:W3CDTF">2026-07-27T01:36:54Z</dcterms:modified>
</cp:coreProperties>
</file>