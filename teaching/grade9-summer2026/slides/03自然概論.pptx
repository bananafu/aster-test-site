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D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C1126-0AEA-4C2B-86AF-73883AC3EB92}" v="470" dt="2026-08-06T05:43:47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092" autoAdjust="0"/>
  </p:normalViewPr>
  <p:slideViewPr>
    <p:cSldViewPr snapToGrid="0">
      <p:cViewPr varScale="1">
        <p:scale>
          <a:sx n="65" d="100"/>
          <a:sy n="6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ana fu" userId="ed976ac1ba8285c4" providerId="LiveId" clId="{88AF2FF6-62A1-469D-A392-D5D42FFB82F2}"/>
    <pc:docChg chg="undo redo custSel addSld delSld modSld">
      <pc:chgData name="banana fu" userId="ed976ac1ba8285c4" providerId="LiveId" clId="{88AF2FF6-62A1-469D-A392-D5D42FFB82F2}" dt="2026-08-06T07:16:06.495" v="1761" actId="1076"/>
      <pc:docMkLst>
        <pc:docMk/>
      </pc:docMkLst>
      <pc:sldChg chg="addSp modSp mod modClrScheme chgLayout">
        <pc:chgData name="banana fu" userId="ed976ac1ba8285c4" providerId="LiveId" clId="{88AF2FF6-62A1-469D-A392-D5D42FFB82F2}" dt="2026-08-05T05:45:29.322" v="35" actId="20577"/>
        <pc:sldMkLst>
          <pc:docMk/>
          <pc:sldMk cId="2693537338" sldId="256"/>
        </pc:sldMkLst>
        <pc:spChg chg="mod ord">
          <ac:chgData name="banana fu" userId="ed976ac1ba8285c4" providerId="LiveId" clId="{88AF2FF6-62A1-469D-A392-D5D42FFB82F2}" dt="2026-08-05T05:45:29.322" v="35" actId="20577"/>
          <ac:spMkLst>
            <pc:docMk/>
            <pc:sldMk cId="2693537338" sldId="256"/>
            <ac:spMk id="2" creationId="{870E1CC7-04E1-4AC0-833F-7020B76BC7DC}"/>
          </ac:spMkLst>
        </pc:spChg>
        <pc:spChg chg="mod ord">
          <ac:chgData name="banana fu" userId="ed976ac1ba8285c4" providerId="LiveId" clId="{88AF2FF6-62A1-469D-A392-D5D42FFB82F2}" dt="2026-08-05T05:45:12.527" v="27"/>
          <ac:spMkLst>
            <pc:docMk/>
            <pc:sldMk cId="2693537338" sldId="256"/>
            <ac:spMk id="3" creationId="{A46E7C55-725D-BBCA-814E-30AC1C1164D1}"/>
          </ac:spMkLst>
        </pc:spChg>
        <pc:picChg chg="add mod ord modCrop">
          <ac:chgData name="banana fu" userId="ed976ac1ba8285c4" providerId="LiveId" clId="{88AF2FF6-62A1-469D-A392-D5D42FFB82F2}" dt="2026-08-05T03:25:29.728" v="8" actId="29295"/>
          <ac:picMkLst>
            <pc:docMk/>
            <pc:sldMk cId="2693537338" sldId="256"/>
            <ac:picMk id="5" creationId="{D631CCE5-A895-D026-E893-5F241AC338DB}"/>
          </ac:picMkLst>
        </pc:picChg>
      </pc:sldChg>
      <pc:sldChg chg="new del">
        <pc:chgData name="banana fu" userId="ed976ac1ba8285c4" providerId="LiveId" clId="{88AF2FF6-62A1-469D-A392-D5D42FFB82F2}" dt="2026-08-05T03:26:49.751" v="14" actId="680"/>
        <pc:sldMkLst>
          <pc:docMk/>
          <pc:sldMk cId="167193618" sldId="257"/>
        </pc:sldMkLst>
      </pc:sldChg>
      <pc:sldChg chg="addSp delSp modSp new mod modClrScheme addAnim delAnim modAnim chgLayout">
        <pc:chgData name="banana fu" userId="ed976ac1ba8285c4" providerId="LiveId" clId="{88AF2FF6-62A1-469D-A392-D5D42FFB82F2}" dt="2026-08-06T05:47:21.105" v="1752" actId="1076"/>
        <pc:sldMkLst>
          <pc:docMk/>
          <pc:sldMk cId="751623748" sldId="257"/>
        </pc:sldMkLst>
        <pc:spChg chg="del mod ord">
          <ac:chgData name="banana fu" userId="ed976ac1ba8285c4" providerId="LiveId" clId="{88AF2FF6-62A1-469D-A392-D5D42FFB82F2}" dt="2026-08-05T03:27:10.306" v="18" actId="700"/>
          <ac:spMkLst>
            <pc:docMk/>
            <pc:sldMk cId="751623748" sldId="257"/>
            <ac:spMk id="2" creationId="{3DB5502F-CBA1-D3C2-3CA1-B04BFC0B821C}"/>
          </ac:spMkLst>
        </pc:spChg>
        <pc:spChg chg="del">
          <ac:chgData name="banana fu" userId="ed976ac1ba8285c4" providerId="LiveId" clId="{88AF2FF6-62A1-469D-A392-D5D42FFB82F2}" dt="2026-08-05T03:27:10.306" v="18" actId="700"/>
          <ac:spMkLst>
            <pc:docMk/>
            <pc:sldMk cId="751623748" sldId="257"/>
            <ac:spMk id="3" creationId="{4EFC0A2F-70B9-3B23-AED6-EF0B16A675F2}"/>
          </ac:spMkLst>
        </pc:spChg>
        <pc:spChg chg="add del mod ord">
          <ac:chgData name="banana fu" userId="ed976ac1ba8285c4" providerId="LiveId" clId="{88AF2FF6-62A1-469D-A392-D5D42FFB82F2}" dt="2026-08-05T05:44:29.987" v="19" actId="478"/>
          <ac:spMkLst>
            <pc:docMk/>
            <pc:sldMk cId="751623748" sldId="257"/>
            <ac:spMk id="4" creationId="{8E90E426-6F1A-7842-463E-77147DE50B1E}"/>
          </ac:spMkLst>
        </pc:spChg>
        <pc:spChg chg="add mod">
          <ac:chgData name="banana fu" userId="ed976ac1ba8285c4" providerId="LiveId" clId="{88AF2FF6-62A1-469D-A392-D5D42FFB82F2}" dt="2026-08-05T05:44:55.613" v="25" actId="1076"/>
          <ac:spMkLst>
            <pc:docMk/>
            <pc:sldMk cId="751623748" sldId="257"/>
            <ac:spMk id="5" creationId="{86B1E49C-4875-742D-AA83-35E022332766}"/>
          </ac:spMkLst>
        </pc:spChg>
        <pc:picChg chg="add mod">
          <ac:chgData name="banana fu" userId="ed976ac1ba8285c4" providerId="LiveId" clId="{88AF2FF6-62A1-469D-A392-D5D42FFB82F2}" dt="2026-08-06T05:40:34.100" v="1708" actId="1076"/>
          <ac:picMkLst>
            <pc:docMk/>
            <pc:sldMk cId="751623748" sldId="257"/>
            <ac:picMk id="3" creationId="{CD1B5C8C-1B57-5E97-EDD9-3B468B185E86}"/>
          </ac:picMkLst>
        </pc:picChg>
        <pc:picChg chg="add mod">
          <ac:chgData name="banana fu" userId="ed976ac1ba8285c4" providerId="LiveId" clId="{88AF2FF6-62A1-469D-A392-D5D42FFB82F2}" dt="2026-08-05T05:44:31.539" v="20"/>
          <ac:picMkLst>
            <pc:docMk/>
            <pc:sldMk cId="751623748" sldId="257"/>
            <ac:picMk id="6" creationId="{8AF5FD9D-E6D0-C13C-F2FD-F58848D4CC60}"/>
          </ac:picMkLst>
        </pc:picChg>
        <pc:picChg chg="add mod">
          <ac:chgData name="banana fu" userId="ed976ac1ba8285c4" providerId="LiveId" clId="{88AF2FF6-62A1-469D-A392-D5D42FFB82F2}" dt="2026-08-05T05:44:31.539" v="20"/>
          <ac:picMkLst>
            <pc:docMk/>
            <pc:sldMk cId="751623748" sldId="257"/>
            <ac:picMk id="7" creationId="{CF53315F-D0B6-7F20-555F-248905B2FC4B}"/>
          </ac:picMkLst>
        </pc:picChg>
        <pc:picChg chg="add mod modCrop">
          <ac:chgData name="banana fu" userId="ed976ac1ba8285c4" providerId="LiveId" clId="{88AF2FF6-62A1-469D-A392-D5D42FFB82F2}" dt="2026-08-06T05:38:24.176" v="1699" actId="1076"/>
          <ac:picMkLst>
            <pc:docMk/>
            <pc:sldMk cId="751623748" sldId="257"/>
            <ac:picMk id="8" creationId="{47DD2961-F5DF-3BE2-F823-B95D082B71BB}"/>
          </ac:picMkLst>
        </pc:picChg>
        <pc:picChg chg="add mod">
          <ac:chgData name="banana fu" userId="ed976ac1ba8285c4" providerId="LiveId" clId="{88AF2FF6-62A1-469D-A392-D5D42FFB82F2}" dt="2026-08-06T05:47:21.105" v="1752" actId="1076"/>
          <ac:picMkLst>
            <pc:docMk/>
            <pc:sldMk cId="751623748" sldId="257"/>
            <ac:picMk id="10" creationId="{DF7166D5-83FA-1F2F-D24D-2287D80F03CE}"/>
          </ac:picMkLst>
        </pc:picChg>
        <pc:picChg chg="add mod">
          <ac:chgData name="banana fu" userId="ed976ac1ba8285c4" providerId="LiveId" clId="{88AF2FF6-62A1-469D-A392-D5D42FFB82F2}" dt="2026-08-06T05:40:52.634" v="1711" actId="1076"/>
          <ac:picMkLst>
            <pc:docMk/>
            <pc:sldMk cId="751623748" sldId="257"/>
            <ac:picMk id="12" creationId="{9FE50345-8A93-D0CC-4A8D-1FC92D17F58D}"/>
          </ac:picMkLst>
        </pc:picChg>
      </pc:sldChg>
      <pc:sldChg chg="new del">
        <pc:chgData name="banana fu" userId="ed976ac1ba8285c4" providerId="LiveId" clId="{88AF2FF6-62A1-469D-A392-D5D42FFB82F2}" dt="2026-08-05T03:26:43.047" v="10" actId="680"/>
        <pc:sldMkLst>
          <pc:docMk/>
          <pc:sldMk cId="1278030004" sldId="257"/>
        </pc:sldMkLst>
      </pc:sldChg>
      <pc:sldChg chg="addSp delSp modSp new mod">
        <pc:chgData name="banana fu" userId="ed976ac1ba8285c4" providerId="LiveId" clId="{88AF2FF6-62A1-469D-A392-D5D42FFB82F2}" dt="2026-08-05T05:48:18.994" v="44" actId="1076"/>
        <pc:sldMkLst>
          <pc:docMk/>
          <pc:sldMk cId="488598070" sldId="258"/>
        </pc:sldMkLst>
        <pc:spChg chg="del">
          <ac:chgData name="banana fu" userId="ed976ac1ba8285c4" providerId="LiveId" clId="{88AF2FF6-62A1-469D-A392-D5D42FFB82F2}" dt="2026-08-05T05:46:02.638" v="38" actId="478"/>
          <ac:spMkLst>
            <pc:docMk/>
            <pc:sldMk cId="488598070" sldId="258"/>
            <ac:spMk id="2" creationId="{CFE3F26D-F127-353C-A73F-98F58337E740}"/>
          </ac:spMkLst>
        </pc:spChg>
        <pc:spChg chg="add mod">
          <ac:chgData name="banana fu" userId="ed976ac1ba8285c4" providerId="LiveId" clId="{88AF2FF6-62A1-469D-A392-D5D42FFB82F2}" dt="2026-08-05T05:48:18.994" v="44" actId="1076"/>
          <ac:spMkLst>
            <pc:docMk/>
            <pc:sldMk cId="488598070" sldId="258"/>
            <ac:spMk id="3" creationId="{8692BEA3-346B-5596-181B-3D672B6205F3}"/>
          </ac:spMkLst>
        </pc:spChg>
        <pc:picChg chg="add mod">
          <ac:chgData name="banana fu" userId="ed976ac1ba8285c4" providerId="LiveId" clId="{88AF2FF6-62A1-469D-A392-D5D42FFB82F2}" dt="2026-08-05T05:45:59.554" v="37"/>
          <ac:picMkLst>
            <pc:docMk/>
            <pc:sldMk cId="488598070" sldId="258"/>
            <ac:picMk id="4" creationId="{6F757F88-69C2-68A3-1038-27A4C56CEF38}"/>
          </ac:picMkLst>
        </pc:picChg>
      </pc:sldChg>
      <pc:sldChg chg="new del">
        <pc:chgData name="banana fu" userId="ed976ac1ba8285c4" providerId="LiveId" clId="{88AF2FF6-62A1-469D-A392-D5D42FFB82F2}" dt="2026-08-05T03:26:49.288" v="13" actId="680"/>
        <pc:sldMkLst>
          <pc:docMk/>
          <pc:sldMk cId="2842864746" sldId="258"/>
        </pc:sldMkLst>
      </pc:sldChg>
      <pc:sldChg chg="addSp delSp modSp add mod">
        <pc:chgData name="banana fu" userId="ed976ac1ba8285c4" providerId="LiveId" clId="{88AF2FF6-62A1-469D-A392-D5D42FFB82F2}" dt="2026-08-05T05:48:33.359" v="49" actId="22"/>
        <pc:sldMkLst>
          <pc:docMk/>
          <pc:sldMk cId="1811792944" sldId="259"/>
        </pc:sldMkLst>
        <pc:spChg chg="add del mod">
          <ac:chgData name="banana fu" userId="ed976ac1ba8285c4" providerId="LiveId" clId="{88AF2FF6-62A1-469D-A392-D5D42FFB82F2}" dt="2026-08-05T05:48:26.632" v="48"/>
          <ac:spMkLst>
            <pc:docMk/>
            <pc:sldMk cId="1811792944" sldId="259"/>
            <ac:spMk id="2" creationId="{E9959E8D-564D-F5BF-CE0F-F255B8C825EE}"/>
          </ac:spMkLst>
        </pc:spChg>
        <pc:spChg chg="del">
          <ac:chgData name="banana fu" userId="ed976ac1ba8285c4" providerId="LiveId" clId="{88AF2FF6-62A1-469D-A392-D5D42FFB82F2}" dt="2026-08-05T05:48:26.628" v="46" actId="478"/>
          <ac:spMkLst>
            <pc:docMk/>
            <pc:sldMk cId="1811792944" sldId="259"/>
            <ac:spMk id="3" creationId="{1AEDC6D5-3111-E414-CA11-F9CFB1D5DAFE}"/>
          </ac:spMkLst>
        </pc:spChg>
        <pc:spChg chg="add">
          <ac:chgData name="banana fu" userId="ed976ac1ba8285c4" providerId="LiveId" clId="{88AF2FF6-62A1-469D-A392-D5D42FFB82F2}" dt="2026-08-05T05:48:33.359" v="49" actId="22"/>
          <ac:spMkLst>
            <pc:docMk/>
            <pc:sldMk cId="1811792944" sldId="259"/>
            <ac:spMk id="5" creationId="{CEAA28E9-EF5B-3D58-4DD8-B87B5968F99B}"/>
          </ac:spMkLst>
        </pc:spChg>
        <pc:picChg chg="del">
          <ac:chgData name="banana fu" userId="ed976ac1ba8285c4" providerId="LiveId" clId="{88AF2FF6-62A1-469D-A392-D5D42FFB82F2}" dt="2026-08-05T05:46:31.044" v="40" actId="478"/>
          <ac:picMkLst>
            <pc:docMk/>
            <pc:sldMk cId="1811792944" sldId="259"/>
            <ac:picMk id="4" creationId="{4CDA678E-2318-9CE4-D7D8-A5D2306FC65E}"/>
          </ac:picMkLst>
        </pc:picChg>
        <pc:picChg chg="add mod">
          <ac:chgData name="banana fu" userId="ed976ac1ba8285c4" providerId="LiveId" clId="{88AF2FF6-62A1-469D-A392-D5D42FFB82F2}" dt="2026-08-05T05:47:56.983" v="43" actId="1076"/>
          <ac:picMkLst>
            <pc:docMk/>
            <pc:sldMk cId="1811792944" sldId="259"/>
            <ac:picMk id="6" creationId="{2BF6BDA3-C836-DB7F-570A-B5888F7AFAE6}"/>
          </ac:picMkLst>
        </pc:picChg>
      </pc:sldChg>
      <pc:sldChg chg="addSp delSp modSp new mod addAnim delAnim modAnim">
        <pc:chgData name="banana fu" userId="ed976ac1ba8285c4" providerId="LiveId" clId="{88AF2FF6-62A1-469D-A392-D5D42FFB82F2}" dt="2026-08-06T07:16:06.495" v="1761" actId="1076"/>
        <pc:sldMkLst>
          <pc:docMk/>
          <pc:sldMk cId="232373259" sldId="260"/>
        </pc:sldMkLst>
        <pc:spChg chg="del">
          <ac:chgData name="banana fu" userId="ed976ac1ba8285c4" providerId="LiveId" clId="{88AF2FF6-62A1-469D-A392-D5D42FFB82F2}" dt="2026-08-05T07:11:44.528" v="51" actId="478"/>
          <ac:spMkLst>
            <pc:docMk/>
            <pc:sldMk cId="232373259" sldId="260"/>
            <ac:spMk id="2" creationId="{68C9F796-1A19-0B04-085C-D967F7D040BC}"/>
          </ac:spMkLst>
        </pc:spChg>
        <pc:spChg chg="add mod">
          <ac:chgData name="banana fu" userId="ed976ac1ba8285c4" providerId="LiveId" clId="{88AF2FF6-62A1-469D-A392-D5D42FFB82F2}" dt="2026-08-05T07:11:45.242" v="52"/>
          <ac:spMkLst>
            <pc:docMk/>
            <pc:sldMk cId="232373259" sldId="260"/>
            <ac:spMk id="3" creationId="{2715F0E2-2395-6267-12FE-BA5231915595}"/>
          </ac:spMkLst>
        </pc:spChg>
        <pc:spChg chg="add mod">
          <ac:chgData name="banana fu" userId="ed976ac1ba8285c4" providerId="LiveId" clId="{88AF2FF6-62A1-469D-A392-D5D42FFB82F2}" dt="2026-08-05T07:46:36.097" v="619" actId="1076"/>
          <ac:spMkLst>
            <pc:docMk/>
            <pc:sldMk cId="232373259" sldId="260"/>
            <ac:spMk id="5" creationId="{B66949E0-2ECF-9C05-0CA9-F27495ACCD9E}"/>
          </ac:spMkLst>
        </pc:spChg>
        <pc:spChg chg="add mod">
          <ac:chgData name="banana fu" userId="ed976ac1ba8285c4" providerId="LiveId" clId="{88AF2FF6-62A1-469D-A392-D5D42FFB82F2}" dt="2026-08-05T08:04:12.915" v="1169" actId="1076"/>
          <ac:spMkLst>
            <pc:docMk/>
            <pc:sldMk cId="232373259" sldId="260"/>
            <ac:spMk id="6" creationId="{74E8592B-2EC9-6447-B059-53E269E6AEA8}"/>
          </ac:spMkLst>
        </pc:spChg>
        <pc:spChg chg="add mod">
          <ac:chgData name="banana fu" userId="ed976ac1ba8285c4" providerId="LiveId" clId="{88AF2FF6-62A1-469D-A392-D5D42FFB82F2}" dt="2026-08-05T07:55:43.071" v="1067" actId="1076"/>
          <ac:spMkLst>
            <pc:docMk/>
            <pc:sldMk cId="232373259" sldId="260"/>
            <ac:spMk id="7" creationId="{FF0DD9DD-F9E8-5FCA-E68A-27ECA88FC210}"/>
          </ac:spMkLst>
        </pc:spChg>
        <pc:spChg chg="add mod">
          <ac:chgData name="banana fu" userId="ed976ac1ba8285c4" providerId="LiveId" clId="{88AF2FF6-62A1-469D-A392-D5D42FFB82F2}" dt="2026-08-05T07:59:18.946" v="1078"/>
          <ac:spMkLst>
            <pc:docMk/>
            <pc:sldMk cId="232373259" sldId="260"/>
            <ac:spMk id="8" creationId="{72C8CE21-90F1-599A-FBEB-44C0B38D8B7B}"/>
          </ac:spMkLst>
        </pc:spChg>
        <pc:spChg chg="add mod">
          <ac:chgData name="banana fu" userId="ed976ac1ba8285c4" providerId="LiveId" clId="{88AF2FF6-62A1-469D-A392-D5D42FFB82F2}" dt="2026-08-05T07:59:30.667" v="1087" actId="20577"/>
          <ac:spMkLst>
            <pc:docMk/>
            <pc:sldMk cId="232373259" sldId="260"/>
            <ac:spMk id="9" creationId="{BE7E6E10-985A-0C53-5933-384E1A066E53}"/>
          </ac:spMkLst>
        </pc:spChg>
        <pc:spChg chg="add mod">
          <ac:chgData name="banana fu" userId="ed976ac1ba8285c4" providerId="LiveId" clId="{88AF2FF6-62A1-469D-A392-D5D42FFB82F2}" dt="2026-08-05T07:59:48.158" v="1095" actId="20577"/>
          <ac:spMkLst>
            <pc:docMk/>
            <pc:sldMk cId="232373259" sldId="260"/>
            <ac:spMk id="10" creationId="{A7EA87E9-6D42-48AA-A96A-455DE229B938}"/>
          </ac:spMkLst>
        </pc:spChg>
        <pc:spChg chg="add mod">
          <ac:chgData name="banana fu" userId="ed976ac1ba8285c4" providerId="LiveId" clId="{88AF2FF6-62A1-469D-A392-D5D42FFB82F2}" dt="2026-08-05T08:00:08.164" v="1102" actId="20577"/>
          <ac:spMkLst>
            <pc:docMk/>
            <pc:sldMk cId="232373259" sldId="260"/>
            <ac:spMk id="11" creationId="{249A3D19-2F02-5BF3-909F-4BFA13A9D78D}"/>
          </ac:spMkLst>
        </pc:spChg>
        <pc:spChg chg="add mod">
          <ac:chgData name="banana fu" userId="ed976ac1ba8285c4" providerId="LiveId" clId="{88AF2FF6-62A1-469D-A392-D5D42FFB82F2}" dt="2026-08-05T08:00:26.174" v="1109" actId="20577"/>
          <ac:spMkLst>
            <pc:docMk/>
            <pc:sldMk cId="232373259" sldId="260"/>
            <ac:spMk id="12" creationId="{0AE16FA3-6403-49D0-1D3C-FC74D787CE7A}"/>
          </ac:spMkLst>
        </pc:spChg>
        <pc:spChg chg="add mod">
          <ac:chgData name="banana fu" userId="ed976ac1ba8285c4" providerId="LiveId" clId="{88AF2FF6-62A1-469D-A392-D5D42FFB82F2}" dt="2026-08-05T08:00:38.581" v="1118" actId="20577"/>
          <ac:spMkLst>
            <pc:docMk/>
            <pc:sldMk cId="232373259" sldId="260"/>
            <ac:spMk id="13" creationId="{9533CF8C-E3C7-3ED5-71CD-C785A16151B6}"/>
          </ac:spMkLst>
        </pc:spChg>
        <pc:spChg chg="add mod">
          <ac:chgData name="banana fu" userId="ed976ac1ba8285c4" providerId="LiveId" clId="{88AF2FF6-62A1-469D-A392-D5D42FFB82F2}" dt="2026-08-05T08:03:14.635" v="1155" actId="20577"/>
          <ac:spMkLst>
            <pc:docMk/>
            <pc:sldMk cId="232373259" sldId="260"/>
            <ac:spMk id="14" creationId="{C2A5FC08-8D08-5FF6-BF08-01D6045A809D}"/>
          </ac:spMkLst>
        </pc:spChg>
        <pc:spChg chg="add mod">
          <ac:chgData name="banana fu" userId="ed976ac1ba8285c4" providerId="LiveId" clId="{88AF2FF6-62A1-469D-A392-D5D42FFB82F2}" dt="2026-08-05T08:01:28.557" v="1140" actId="20577"/>
          <ac:spMkLst>
            <pc:docMk/>
            <pc:sldMk cId="232373259" sldId="260"/>
            <ac:spMk id="15" creationId="{02F22D87-8C0F-45A7-B598-B8E550D41444}"/>
          </ac:spMkLst>
        </pc:spChg>
        <pc:spChg chg="add mod">
          <ac:chgData name="banana fu" userId="ed976ac1ba8285c4" providerId="LiveId" clId="{88AF2FF6-62A1-469D-A392-D5D42FFB82F2}" dt="2026-08-05T08:01:36.856" v="1147" actId="20577"/>
          <ac:spMkLst>
            <pc:docMk/>
            <pc:sldMk cId="232373259" sldId="260"/>
            <ac:spMk id="16" creationId="{BEA9AC2A-A95B-2187-934D-EC6EC7F7C150}"/>
          </ac:spMkLst>
        </pc:spChg>
        <pc:spChg chg="add mod">
          <ac:chgData name="banana fu" userId="ed976ac1ba8285c4" providerId="LiveId" clId="{88AF2FF6-62A1-469D-A392-D5D42FFB82F2}" dt="2026-08-05T08:03:52.762" v="1168" actId="20577"/>
          <ac:spMkLst>
            <pc:docMk/>
            <pc:sldMk cId="232373259" sldId="260"/>
            <ac:spMk id="17" creationId="{FE207304-7054-0A86-2963-CA79BE333688}"/>
          </ac:spMkLst>
        </pc:spChg>
        <pc:spChg chg="add mod">
          <ac:chgData name="banana fu" userId="ed976ac1ba8285c4" providerId="LiveId" clId="{88AF2FF6-62A1-469D-A392-D5D42FFB82F2}" dt="2026-08-05T08:18:24.675" v="1203" actId="20577"/>
          <ac:spMkLst>
            <pc:docMk/>
            <pc:sldMk cId="232373259" sldId="260"/>
            <ac:spMk id="18" creationId="{5CFB55F8-F412-F0F5-CA73-562E5DF0802A}"/>
          </ac:spMkLst>
        </pc:spChg>
        <pc:spChg chg="add mod">
          <ac:chgData name="banana fu" userId="ed976ac1ba8285c4" providerId="LiveId" clId="{88AF2FF6-62A1-469D-A392-D5D42FFB82F2}" dt="2026-08-06T00:16:31.701" v="1647" actId="20577"/>
          <ac:spMkLst>
            <pc:docMk/>
            <pc:sldMk cId="232373259" sldId="260"/>
            <ac:spMk id="19" creationId="{64DCF289-3D2F-4FEC-F76A-C0225D3359CC}"/>
          </ac:spMkLst>
        </pc:spChg>
        <pc:spChg chg="add mod">
          <ac:chgData name="banana fu" userId="ed976ac1ba8285c4" providerId="LiveId" clId="{88AF2FF6-62A1-469D-A392-D5D42FFB82F2}" dt="2026-08-06T00:16:39.196" v="1649" actId="108"/>
          <ac:spMkLst>
            <pc:docMk/>
            <pc:sldMk cId="232373259" sldId="260"/>
            <ac:spMk id="20" creationId="{04725634-4D7F-CACF-A483-00FFE992FB7E}"/>
          </ac:spMkLst>
        </pc:spChg>
        <pc:spChg chg="add mod">
          <ac:chgData name="banana fu" userId="ed976ac1ba8285c4" providerId="LiveId" clId="{88AF2FF6-62A1-469D-A392-D5D42FFB82F2}" dt="2026-08-06T00:17:01.624" v="1669" actId="108"/>
          <ac:spMkLst>
            <pc:docMk/>
            <pc:sldMk cId="232373259" sldId="260"/>
            <ac:spMk id="22" creationId="{F834E3BB-2EC8-955F-C6E8-04426C9A148B}"/>
          </ac:spMkLst>
        </pc:spChg>
        <pc:spChg chg="add mod">
          <ac:chgData name="banana fu" userId="ed976ac1ba8285c4" providerId="LiveId" clId="{88AF2FF6-62A1-469D-A392-D5D42FFB82F2}" dt="2026-08-06T00:17:00.772" v="1668" actId="108"/>
          <ac:spMkLst>
            <pc:docMk/>
            <pc:sldMk cId="232373259" sldId="260"/>
            <ac:spMk id="23" creationId="{E29F3B76-FBF8-C714-4C84-53D2EFD045FC}"/>
          </ac:spMkLst>
        </pc:spChg>
        <pc:spChg chg="add mod">
          <ac:chgData name="banana fu" userId="ed976ac1ba8285c4" providerId="LiveId" clId="{88AF2FF6-62A1-469D-A392-D5D42FFB82F2}" dt="2026-08-06T00:16:41.312" v="1651" actId="108"/>
          <ac:spMkLst>
            <pc:docMk/>
            <pc:sldMk cId="232373259" sldId="260"/>
            <ac:spMk id="24" creationId="{D9C92A02-F968-5CD9-38D8-379BF1F59238}"/>
          </ac:spMkLst>
        </pc:spChg>
        <pc:spChg chg="add mod">
          <ac:chgData name="banana fu" userId="ed976ac1ba8285c4" providerId="LiveId" clId="{88AF2FF6-62A1-469D-A392-D5D42FFB82F2}" dt="2026-08-06T00:16:59.919" v="1667" actId="108"/>
          <ac:spMkLst>
            <pc:docMk/>
            <pc:sldMk cId="232373259" sldId="260"/>
            <ac:spMk id="25" creationId="{512D2A34-9E39-8F2B-6FF5-47D8022B5896}"/>
          </ac:spMkLst>
        </pc:spChg>
        <pc:spChg chg="add mod">
          <ac:chgData name="banana fu" userId="ed976ac1ba8285c4" providerId="LiveId" clId="{88AF2FF6-62A1-469D-A392-D5D42FFB82F2}" dt="2026-08-06T00:16:40.370" v="1650" actId="108"/>
          <ac:spMkLst>
            <pc:docMk/>
            <pc:sldMk cId="232373259" sldId="260"/>
            <ac:spMk id="26" creationId="{FD8A1075-DF65-C0FC-D626-71442F342882}"/>
          </ac:spMkLst>
        </pc:spChg>
        <pc:spChg chg="add mod">
          <ac:chgData name="banana fu" userId="ed976ac1ba8285c4" providerId="LiveId" clId="{88AF2FF6-62A1-469D-A392-D5D42FFB82F2}" dt="2026-08-06T00:16:59.086" v="1666" actId="108"/>
          <ac:spMkLst>
            <pc:docMk/>
            <pc:sldMk cId="232373259" sldId="260"/>
            <ac:spMk id="27" creationId="{F3AF19EB-3973-0290-D850-AD247F2F4FC1}"/>
          </ac:spMkLst>
        </pc:spChg>
        <pc:spChg chg="add mod">
          <ac:chgData name="banana fu" userId="ed976ac1ba8285c4" providerId="LiveId" clId="{88AF2FF6-62A1-469D-A392-D5D42FFB82F2}" dt="2026-08-06T00:16:35.919" v="1648" actId="207"/>
          <ac:spMkLst>
            <pc:docMk/>
            <pc:sldMk cId="232373259" sldId="260"/>
            <ac:spMk id="28" creationId="{DE255D23-0591-EF13-C09E-B8C8322A18A1}"/>
          </ac:spMkLst>
        </pc:spChg>
        <pc:spChg chg="add mod">
          <ac:chgData name="banana fu" userId="ed976ac1ba8285c4" providerId="LiveId" clId="{88AF2FF6-62A1-469D-A392-D5D42FFB82F2}" dt="2026-08-06T00:16:42.997" v="1652" actId="108"/>
          <ac:spMkLst>
            <pc:docMk/>
            <pc:sldMk cId="232373259" sldId="260"/>
            <ac:spMk id="29" creationId="{051FB07D-441C-FA6C-A46D-532272D25112}"/>
          </ac:spMkLst>
        </pc:spChg>
        <pc:spChg chg="add mod">
          <ac:chgData name="banana fu" userId="ed976ac1ba8285c4" providerId="LiveId" clId="{88AF2FF6-62A1-469D-A392-D5D42FFB82F2}" dt="2026-08-06T00:16:49.886" v="1657" actId="108"/>
          <ac:spMkLst>
            <pc:docMk/>
            <pc:sldMk cId="232373259" sldId="260"/>
            <ac:spMk id="30" creationId="{0A18823A-CB3A-14B1-E603-6EC364D1BFEA}"/>
          </ac:spMkLst>
        </pc:spChg>
        <pc:spChg chg="add mod">
          <ac:chgData name="banana fu" userId="ed976ac1ba8285c4" providerId="LiveId" clId="{88AF2FF6-62A1-469D-A392-D5D42FFB82F2}" dt="2026-08-06T00:16:43.667" v="1653" actId="108"/>
          <ac:spMkLst>
            <pc:docMk/>
            <pc:sldMk cId="232373259" sldId="260"/>
            <ac:spMk id="31" creationId="{CFEDA578-6A16-6CE5-012A-901EF25F87AB}"/>
          </ac:spMkLst>
        </pc:spChg>
        <pc:spChg chg="add mod">
          <ac:chgData name="banana fu" userId="ed976ac1ba8285c4" providerId="LiveId" clId="{88AF2FF6-62A1-469D-A392-D5D42FFB82F2}" dt="2026-08-06T00:16:55.089" v="1662" actId="108"/>
          <ac:spMkLst>
            <pc:docMk/>
            <pc:sldMk cId="232373259" sldId="260"/>
            <ac:spMk id="32" creationId="{0055EF71-8274-0AEC-CAEE-354CE2C3C492}"/>
          </ac:spMkLst>
        </pc:spChg>
        <pc:spChg chg="add mod">
          <ac:chgData name="banana fu" userId="ed976ac1ba8285c4" providerId="LiveId" clId="{88AF2FF6-62A1-469D-A392-D5D42FFB82F2}" dt="2026-08-06T00:17:20.782" v="1673" actId="207"/>
          <ac:spMkLst>
            <pc:docMk/>
            <pc:sldMk cId="232373259" sldId="260"/>
            <ac:spMk id="33" creationId="{77108AF1-C55E-B2B3-5747-63D8ECC2A544}"/>
          </ac:spMkLst>
        </pc:spChg>
        <pc:spChg chg="add mod">
          <ac:chgData name="banana fu" userId="ed976ac1ba8285c4" providerId="LiveId" clId="{88AF2FF6-62A1-469D-A392-D5D42FFB82F2}" dt="2026-08-06T00:16:44.639" v="1654" actId="108"/>
          <ac:spMkLst>
            <pc:docMk/>
            <pc:sldMk cId="232373259" sldId="260"/>
            <ac:spMk id="34" creationId="{B4D50263-AB18-6182-BCD2-BA8B67341891}"/>
          </ac:spMkLst>
        </pc:spChg>
        <pc:spChg chg="add mod">
          <ac:chgData name="banana fu" userId="ed976ac1ba8285c4" providerId="LiveId" clId="{88AF2FF6-62A1-469D-A392-D5D42FFB82F2}" dt="2026-08-06T00:16:56.927" v="1664" actId="108"/>
          <ac:spMkLst>
            <pc:docMk/>
            <pc:sldMk cId="232373259" sldId="260"/>
            <ac:spMk id="35" creationId="{C74C7F9D-04A7-5BFC-E8BC-3AFB2B8C82D4}"/>
          </ac:spMkLst>
        </pc:spChg>
        <pc:spChg chg="add mod">
          <ac:chgData name="banana fu" userId="ed976ac1ba8285c4" providerId="LiveId" clId="{88AF2FF6-62A1-469D-A392-D5D42FFB82F2}" dt="2026-08-06T00:16:47.641" v="1656" actId="108"/>
          <ac:spMkLst>
            <pc:docMk/>
            <pc:sldMk cId="232373259" sldId="260"/>
            <ac:spMk id="36" creationId="{73D1B5E8-CB19-D36D-6AA9-3219D7DE85F1}"/>
          </ac:spMkLst>
        </pc:spChg>
        <pc:spChg chg="add mod">
          <ac:chgData name="banana fu" userId="ed976ac1ba8285c4" providerId="LiveId" clId="{88AF2FF6-62A1-469D-A392-D5D42FFB82F2}" dt="2026-08-06T00:17:15.718" v="1672" actId="404"/>
          <ac:spMkLst>
            <pc:docMk/>
            <pc:sldMk cId="232373259" sldId="260"/>
            <ac:spMk id="37" creationId="{EDDF607E-79D9-C202-24D1-72CF5427B88D}"/>
          </ac:spMkLst>
        </pc:spChg>
        <pc:spChg chg="add mod">
          <ac:chgData name="banana fu" userId="ed976ac1ba8285c4" providerId="LiveId" clId="{88AF2FF6-62A1-469D-A392-D5D42FFB82F2}" dt="2026-08-06T00:16:57.836" v="1665" actId="108"/>
          <ac:spMkLst>
            <pc:docMk/>
            <pc:sldMk cId="232373259" sldId="260"/>
            <ac:spMk id="38" creationId="{BC83DD22-359D-3FA1-BB9E-E9AD8B055089}"/>
          </ac:spMkLst>
        </pc:spChg>
        <pc:spChg chg="add mod">
          <ac:chgData name="banana fu" userId="ed976ac1ba8285c4" providerId="LiveId" clId="{88AF2FF6-62A1-469D-A392-D5D42FFB82F2}" dt="2026-08-06T00:17:24.522" v="1674" actId="207"/>
          <ac:spMkLst>
            <pc:docMk/>
            <pc:sldMk cId="232373259" sldId="260"/>
            <ac:spMk id="39" creationId="{5C30B571-487B-7A1F-D5F1-A46E1EF035D4}"/>
          </ac:spMkLst>
        </pc:spChg>
        <pc:spChg chg="add mod">
          <ac:chgData name="banana fu" userId="ed976ac1ba8285c4" providerId="LiveId" clId="{88AF2FF6-62A1-469D-A392-D5D42FFB82F2}" dt="2026-08-05T08:57:41.479" v="1626" actId="1076"/>
          <ac:spMkLst>
            <pc:docMk/>
            <pc:sldMk cId="232373259" sldId="260"/>
            <ac:spMk id="40" creationId="{AD38758D-CA2C-A01D-20F8-70339768522C}"/>
          </ac:spMkLst>
        </pc:spChg>
        <pc:spChg chg="add mod">
          <ac:chgData name="banana fu" userId="ed976ac1ba8285c4" providerId="LiveId" clId="{88AF2FF6-62A1-469D-A392-D5D42FFB82F2}" dt="2026-08-05T08:58:51.399" v="1639" actId="1076"/>
          <ac:spMkLst>
            <pc:docMk/>
            <pc:sldMk cId="232373259" sldId="260"/>
            <ac:spMk id="41" creationId="{E644FB1D-E6E4-6890-6295-C961DAA79FDA}"/>
          </ac:spMkLst>
        </pc:spChg>
        <pc:graphicFrameChg chg="add mod modGraphic">
          <ac:chgData name="banana fu" userId="ed976ac1ba8285c4" providerId="LiveId" clId="{88AF2FF6-62A1-469D-A392-D5D42FFB82F2}" dt="2026-08-06T07:16:06.495" v="1761" actId="1076"/>
          <ac:graphicFrameMkLst>
            <pc:docMk/>
            <pc:sldMk cId="232373259" sldId="260"/>
            <ac:graphicFrameMk id="4" creationId="{8A11A50A-F86C-50EA-D241-3B2E2625035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7A30E-0283-4E7C-B223-D773A576F451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813C5-A6DF-4121-9611-ECB07E2EE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24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813C5-A6DF-4121-9611-ECB07E2EE3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5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34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42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2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節標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48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48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64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88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16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45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13335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84605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43505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42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10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48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8403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96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293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7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9465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8115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0427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19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924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570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1E8000-3057-7F37-785C-454AC355C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0FB2509-2F44-F1E0-F511-C785F421C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9CD976-4A9C-D116-D270-6C01D348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DD9AF3-4FCE-A736-CE4B-A1F47351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CD05C1-B7B4-E401-8783-FE104A78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A4B9578C-3FBE-429A-9BE5-B328C63E1A92}" type="datetimeFigureOut">
              <a:rPr lang="en-US" smtClean="0"/>
              <a:t>08/06/2026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28501BA-DA2B-425D-8593-DE04EF11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6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631CCE5-A895-D026-E893-5F241AC338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4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70E1CC7-04E1-4AC0-833F-7020B76BC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自然概論補充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46E7C55-725D-BBCA-814E-30AC1C116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秀峰國中</a:t>
            </a:r>
            <a:r>
              <a:rPr lang="en-US" altLang="zh-TW" dirty="0"/>
              <a:t>9</a:t>
            </a:r>
            <a:r>
              <a:rPr lang="zh-TW" altLang="en-US" dirty="0"/>
              <a:t>年級暑期輔導</a:t>
            </a:r>
            <a:r>
              <a:rPr lang="en-US" altLang="zh-TW" dirty="0"/>
              <a:t>W3</a:t>
            </a:r>
          </a:p>
          <a:p>
            <a:r>
              <a:rPr lang="zh-TW" altLang="en-US" dirty="0"/>
              <a:t>教師：傅筠琇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53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86B1E49C-4875-742D-AA83-35E022332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471"/>
            <a:ext cx="10515600" cy="715780"/>
          </a:xfrm>
        </p:spPr>
        <p:txBody>
          <a:bodyPr/>
          <a:lstStyle/>
          <a:p>
            <a:r>
              <a:rPr lang="zh-TW" altLang="en-US" b="1" dirty="0"/>
              <a:t>中國二十八星宿</a:t>
            </a:r>
            <a:endParaRPr lang="en-US" b="1" dirty="0"/>
          </a:p>
        </p:txBody>
      </p:sp>
      <p:pic>
        <p:nvPicPr>
          <p:cNvPr id="6" name="內容版面配置區 3" descr="四大獸與廿八星宿">
            <a:extLst>
              <a:ext uri="{FF2B5EF4-FFF2-40B4-BE49-F238E27FC236}">
                <a16:creationId xmlns:a16="http://schemas.microsoft.com/office/drawing/2014/main" id="{8AF5FD9D-E6D0-C13C-F2FD-F58848D4C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160520"/>
            <a:ext cx="5772150" cy="6536960"/>
          </a:xfrm>
          <a:prstGeom prst="rect">
            <a:avLst/>
          </a:prstGeom>
        </p:spPr>
      </p:pic>
      <p:pic>
        <p:nvPicPr>
          <p:cNvPr id="7" name="圖片 6" descr="二十八星宿- 修行觸足- udn部落格">
            <a:extLst>
              <a:ext uri="{FF2B5EF4-FFF2-40B4-BE49-F238E27FC236}">
                <a16:creationId xmlns:a16="http://schemas.microsoft.com/office/drawing/2014/main" id="{CF53315F-D0B6-7F20-555F-248905B2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534844"/>
            <a:ext cx="5543550" cy="509101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D1B5C8C-1B57-5E97-EDD9-3B468B185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358750" y="1871926"/>
            <a:ext cx="958899" cy="36450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7DD2961-F5DF-3BE2-F823-B95D082B7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95"/>
          <a:stretch>
            <a:fillRect/>
          </a:stretch>
        </p:blipFill>
        <p:spPr>
          <a:xfrm flipV="1">
            <a:off x="1317649" y="5401814"/>
            <a:ext cx="3626036" cy="113663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F7166D5-83FA-1F2F-D24D-2287D80F03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879929" y="1705924"/>
            <a:ext cx="901746" cy="369589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FE50345-8A93-D0CC-4A8D-1FC92D17F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 flipV="1">
            <a:off x="1698668" y="1026918"/>
            <a:ext cx="2863997" cy="18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2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2715F0E2-2395-6267-12FE-BA523191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471"/>
            <a:ext cx="10515600" cy="715780"/>
          </a:xfrm>
        </p:spPr>
        <p:txBody>
          <a:bodyPr/>
          <a:lstStyle/>
          <a:p>
            <a:r>
              <a:rPr lang="zh-TW" altLang="en-US" b="1" dirty="0"/>
              <a:t>中國二十八星宿</a:t>
            </a:r>
            <a:endParaRPr lang="en-US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A11A50A-F86C-50EA-D241-3B2E26250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196158"/>
              </p:ext>
            </p:extLst>
          </p:nvPr>
        </p:nvGraphicFramePr>
        <p:xfrm>
          <a:off x="838200" y="2184811"/>
          <a:ext cx="10515601" cy="4048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282">
                  <a:extLst>
                    <a:ext uri="{9D8B030D-6E8A-4147-A177-3AD203B41FA5}">
                      <a16:colId xmlns:a16="http://schemas.microsoft.com/office/drawing/2014/main" val="790772427"/>
                    </a:ext>
                  </a:extLst>
                </a:gridCol>
                <a:gridCol w="637118">
                  <a:extLst>
                    <a:ext uri="{9D8B030D-6E8A-4147-A177-3AD203B41FA5}">
                      <a16:colId xmlns:a16="http://schemas.microsoft.com/office/drawing/2014/main" val="191756524"/>
                    </a:ext>
                  </a:extLst>
                </a:gridCol>
                <a:gridCol w="1168401">
                  <a:extLst>
                    <a:ext uri="{9D8B030D-6E8A-4147-A177-3AD203B41FA5}">
                      <a16:colId xmlns:a16="http://schemas.microsoft.com/office/drawing/2014/main" val="191668812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0909065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63844344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343335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8746611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623386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0045025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90104956"/>
                    </a:ext>
                  </a:extLst>
                </a:gridCol>
              </a:tblGrid>
              <a:tr h="613834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/>
                          </a:solidFill>
                        </a:rPr>
                        <a:t>星期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日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一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二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三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四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五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六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734658"/>
                  </a:ext>
                </a:extLst>
              </a:tr>
              <a:tr h="303947">
                <a:tc gridSpan="2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620752"/>
                  </a:ext>
                </a:extLst>
              </a:tr>
              <a:tr h="613834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七曜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日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月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火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水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木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金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土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466721"/>
                  </a:ext>
                </a:extLst>
              </a:tr>
              <a:tr h="61383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東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春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青龍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dirty="0">
                          <a:solidFill>
                            <a:srgbClr val="FF0000"/>
                          </a:solidFill>
                        </a:rPr>
                        <a:t>房</a:t>
                      </a:r>
                      <a:r>
                        <a:rPr lang="zh-TW" altLang="en-US" sz="2400" b="1" dirty="0">
                          <a:solidFill>
                            <a:schemeClr val="tx2"/>
                          </a:solidFill>
                        </a:rPr>
                        <a:t>日</a:t>
                      </a:r>
                      <a:endParaRPr lang="en-US" sz="2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心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月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尾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火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箕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水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角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木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亢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金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氐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土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453416"/>
                  </a:ext>
                </a:extLst>
              </a:tr>
              <a:tr h="61383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北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冬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玄武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星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日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張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月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翼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火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軫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水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井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木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鬼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金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柳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土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025420"/>
                  </a:ext>
                </a:extLst>
              </a:tr>
              <a:tr h="61383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西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秋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白虎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昴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日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畢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月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觜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火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參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水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奎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木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婁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金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胃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土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346150"/>
                  </a:ext>
                </a:extLst>
              </a:tr>
              <a:tr h="61383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南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夏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朱雀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虛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日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危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月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室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火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壁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水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斗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木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牛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金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女</a:t>
                      </a:r>
                      <a:r>
                        <a:rPr lang="zh-TW" altLang="en-US" sz="2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土</a:t>
                      </a:r>
                      <a:endParaRPr lang="en-US" sz="24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55561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B66949E0-2ECF-9C05-0CA9-F27495ACCD9E}"/>
              </a:ext>
            </a:extLst>
          </p:cNvPr>
          <p:cNvSpPr txBox="1"/>
          <p:nvPr/>
        </p:nvSpPr>
        <p:spPr>
          <a:xfrm>
            <a:off x="8077200" y="522471"/>
            <a:ext cx="3387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*紅字：中國二十八星宿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E8592B-2EC9-6447-B059-53E269E6AEA8}"/>
              </a:ext>
            </a:extLst>
          </p:cNvPr>
          <p:cNvSpPr txBox="1"/>
          <p:nvPr/>
        </p:nvSpPr>
        <p:spPr>
          <a:xfrm>
            <a:off x="3800471" y="568642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鼠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0DD9DD-F9E8-5FCA-E68A-27ECA88FC210}"/>
              </a:ext>
            </a:extLst>
          </p:cNvPr>
          <p:cNvSpPr txBox="1"/>
          <p:nvPr/>
        </p:nvSpPr>
        <p:spPr>
          <a:xfrm>
            <a:off x="9648826" y="568642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牛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2C8CE21-90F1-599A-FBEB-44C0B38D8B7B}"/>
              </a:ext>
            </a:extLst>
          </p:cNvPr>
          <p:cNvSpPr txBox="1"/>
          <p:nvPr/>
        </p:nvSpPr>
        <p:spPr>
          <a:xfrm>
            <a:off x="6095999" y="385116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虎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E7E6E10-985A-0C53-5933-384E1A066E53}"/>
              </a:ext>
            </a:extLst>
          </p:cNvPr>
          <p:cNvSpPr txBox="1"/>
          <p:nvPr/>
        </p:nvSpPr>
        <p:spPr>
          <a:xfrm>
            <a:off x="3800472" y="385115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兔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7EA87E9-6D42-48AA-A96A-455DE229B938}"/>
              </a:ext>
            </a:extLst>
          </p:cNvPr>
          <p:cNvSpPr txBox="1"/>
          <p:nvPr/>
        </p:nvSpPr>
        <p:spPr>
          <a:xfrm>
            <a:off x="9648825" y="385115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龍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49A3D19-2F02-5BF3-909F-4BFA13A9D78D}"/>
              </a:ext>
            </a:extLst>
          </p:cNvPr>
          <p:cNvSpPr txBox="1"/>
          <p:nvPr/>
        </p:nvSpPr>
        <p:spPr>
          <a:xfrm>
            <a:off x="6095998" y="447028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蛇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E16FA3-6403-49D0-1D3C-FC74D787CE7A}"/>
              </a:ext>
            </a:extLst>
          </p:cNvPr>
          <p:cNvSpPr txBox="1"/>
          <p:nvPr/>
        </p:nvSpPr>
        <p:spPr>
          <a:xfrm>
            <a:off x="3800471" y="447028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馬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33CF8C-E3C7-3ED5-71CD-C785A16151B6}"/>
              </a:ext>
            </a:extLst>
          </p:cNvPr>
          <p:cNvSpPr txBox="1"/>
          <p:nvPr/>
        </p:nvSpPr>
        <p:spPr>
          <a:xfrm>
            <a:off x="9648824" y="447028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羊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2A5FC08-8D08-5FF6-BF08-01D6045A809D}"/>
              </a:ext>
            </a:extLst>
          </p:cNvPr>
          <p:cNvSpPr txBox="1"/>
          <p:nvPr/>
        </p:nvSpPr>
        <p:spPr>
          <a:xfrm>
            <a:off x="6095998" y="507176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猴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2F22D87-8C0F-45A7-B598-B8E550D41444}"/>
              </a:ext>
            </a:extLst>
          </p:cNvPr>
          <p:cNvSpPr txBox="1"/>
          <p:nvPr/>
        </p:nvSpPr>
        <p:spPr>
          <a:xfrm>
            <a:off x="3820239" y="506983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雞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EA9AC2A-A95B-2187-934D-EC6EC7F7C150}"/>
              </a:ext>
            </a:extLst>
          </p:cNvPr>
          <p:cNvSpPr txBox="1"/>
          <p:nvPr/>
        </p:nvSpPr>
        <p:spPr>
          <a:xfrm>
            <a:off x="9648823" y="506730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狗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E207304-7054-0A86-2963-CA79BE333688}"/>
              </a:ext>
            </a:extLst>
          </p:cNvPr>
          <p:cNvSpPr txBox="1"/>
          <p:nvPr/>
        </p:nvSpPr>
        <p:spPr>
          <a:xfrm>
            <a:off x="6119812" y="570288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 dirty="0">
                <a:solidFill>
                  <a:schemeClr val="accent1">
                    <a:lumMod val="75000"/>
                  </a:schemeClr>
                </a:solidFill>
              </a:rPr>
              <a:t>豬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CFB55F8-F412-F0F5-CA73-562E5DF0802A}"/>
              </a:ext>
            </a:extLst>
          </p:cNvPr>
          <p:cNvSpPr txBox="1"/>
          <p:nvPr/>
        </p:nvSpPr>
        <p:spPr>
          <a:xfrm>
            <a:off x="8077200" y="978439"/>
            <a:ext cx="3079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chemeClr val="accent1">
                    <a:lumMod val="75000"/>
                  </a:schemeClr>
                </a:solidFill>
              </a:rPr>
              <a:t>*綠字：中國十二生肖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4DCF289-3D2F-4FEC-F76A-C0225D3359CC}"/>
              </a:ext>
            </a:extLst>
          </p:cNvPr>
          <p:cNvSpPr txBox="1"/>
          <p:nvPr/>
        </p:nvSpPr>
        <p:spPr>
          <a:xfrm>
            <a:off x="8077199" y="1373607"/>
            <a:ext cx="3695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C000"/>
                </a:solidFill>
              </a:rPr>
              <a:t>*橘字：其他</a:t>
            </a:r>
            <a:r>
              <a:rPr lang="en-US" sz="2400" dirty="0">
                <a:solidFill>
                  <a:srgbClr val="FFC000"/>
                </a:solidFill>
              </a:rPr>
              <a:t>《</a:t>
            </a:r>
            <a:r>
              <a:rPr lang="zh-TW" altLang="en-US" sz="2400" dirty="0">
                <a:solidFill>
                  <a:srgbClr val="FFC000"/>
                </a:solidFill>
              </a:rPr>
              <a:t>禽星易見</a:t>
            </a:r>
            <a:r>
              <a:rPr lang="en-US" sz="2400" dirty="0">
                <a:solidFill>
                  <a:srgbClr val="FFC000"/>
                </a:solidFill>
              </a:rPr>
              <a:t>》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4725634-4D7F-CACF-A483-00FFE992FB7E}"/>
              </a:ext>
            </a:extLst>
          </p:cNvPr>
          <p:cNvSpPr txBox="1"/>
          <p:nvPr/>
        </p:nvSpPr>
        <p:spPr>
          <a:xfrm>
            <a:off x="4960141" y="5686424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燕</a:t>
            </a:r>
            <a:endParaRPr lang="en-US" altLang="zh-TW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834E3BB-2EC8-955F-C6E8-04426C9A148B}"/>
              </a:ext>
            </a:extLst>
          </p:cNvPr>
          <p:cNvSpPr txBox="1"/>
          <p:nvPr/>
        </p:nvSpPr>
        <p:spPr>
          <a:xfrm>
            <a:off x="10805773" y="5685872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蝠</a:t>
            </a:r>
            <a:endParaRPr 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29F3B76-FBF8-C714-4C84-53D2EFD045FC}"/>
              </a:ext>
            </a:extLst>
          </p:cNvPr>
          <p:cNvSpPr txBox="1"/>
          <p:nvPr/>
        </p:nvSpPr>
        <p:spPr>
          <a:xfrm>
            <a:off x="10809472" y="5067302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雉</a:t>
            </a:r>
            <a:endParaRPr 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9C92A02-F968-5CD9-38D8-379BF1F59238}"/>
              </a:ext>
            </a:extLst>
          </p:cNvPr>
          <p:cNvSpPr txBox="1"/>
          <p:nvPr/>
        </p:nvSpPr>
        <p:spPr>
          <a:xfrm>
            <a:off x="4960141" y="5067301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烏</a:t>
            </a:r>
            <a:endParaRPr 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12D2A34-9E39-8F2B-6FF5-47D8022B5896}"/>
              </a:ext>
            </a:extLst>
          </p:cNvPr>
          <p:cNvSpPr txBox="1"/>
          <p:nvPr/>
        </p:nvSpPr>
        <p:spPr>
          <a:xfrm>
            <a:off x="10808497" y="4465747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獐</a:t>
            </a:r>
            <a:endParaRPr 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D8A1075-DF65-C0FC-D626-71442F342882}"/>
              </a:ext>
            </a:extLst>
          </p:cNvPr>
          <p:cNvSpPr txBox="1"/>
          <p:nvPr/>
        </p:nvSpPr>
        <p:spPr>
          <a:xfrm>
            <a:off x="4936325" y="4465746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鹿</a:t>
            </a:r>
            <a:endParaRPr 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AF19EB-3973-0290-D850-AD247F2F4FC1}"/>
              </a:ext>
            </a:extLst>
          </p:cNvPr>
          <p:cNvSpPr txBox="1"/>
          <p:nvPr/>
        </p:nvSpPr>
        <p:spPr>
          <a:xfrm>
            <a:off x="10805773" y="3847177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貉</a:t>
            </a:r>
            <a:endParaRPr 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E255D23-0591-EF13-C09E-B8C8322A18A1}"/>
              </a:ext>
            </a:extLst>
          </p:cNvPr>
          <p:cNvSpPr txBox="1"/>
          <p:nvPr/>
        </p:nvSpPr>
        <p:spPr>
          <a:xfrm>
            <a:off x="4948235" y="3853632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FFC000"/>
                </a:solidFill>
              </a:rPr>
              <a:t>狐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51FB07D-441C-FA6C-A46D-532272D25112}"/>
              </a:ext>
            </a:extLst>
          </p:cNvPr>
          <p:cNvSpPr txBox="1"/>
          <p:nvPr/>
        </p:nvSpPr>
        <p:spPr>
          <a:xfrm>
            <a:off x="7293938" y="3847176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豹</a:t>
            </a:r>
            <a:endParaRPr 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A18823A-CB3A-14B1-E603-6EC364D1BFEA}"/>
              </a:ext>
            </a:extLst>
          </p:cNvPr>
          <p:cNvSpPr txBox="1"/>
          <p:nvPr/>
        </p:nvSpPr>
        <p:spPr>
          <a:xfrm>
            <a:off x="8450886" y="3853631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蛟</a:t>
            </a:r>
            <a:endParaRPr 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FEDA578-6A16-6CE5-012A-901EF25F87AB}"/>
              </a:ext>
            </a:extLst>
          </p:cNvPr>
          <p:cNvSpPr txBox="1"/>
          <p:nvPr/>
        </p:nvSpPr>
        <p:spPr>
          <a:xfrm>
            <a:off x="7284806" y="4465745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蚓</a:t>
            </a:r>
            <a:endParaRPr 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055EF71-8274-0AEC-CAEE-354CE2C3C492}"/>
              </a:ext>
            </a:extLst>
          </p:cNvPr>
          <p:cNvSpPr txBox="1"/>
          <p:nvPr/>
        </p:nvSpPr>
        <p:spPr>
          <a:xfrm>
            <a:off x="8450885" y="4465745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犴</a:t>
            </a:r>
            <a:endParaRPr lang="en-US" altLang="zh-TW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7108AF1-C55E-B2B3-5747-63D8ECC2A544}"/>
              </a:ext>
            </a:extLst>
          </p:cNvPr>
          <p:cNvSpPr txBox="1"/>
          <p:nvPr/>
        </p:nvSpPr>
        <p:spPr>
          <a:xfrm>
            <a:off x="8723537" y="4413598"/>
            <a:ext cx="492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rgbClr val="FFC000"/>
                </a:solidFill>
              </a:rPr>
              <a:t>ㄏㄢˋ</a:t>
            </a:r>
            <a:endParaRPr lang="en-US" altLang="zh-TW" sz="1600" dirty="0">
              <a:solidFill>
                <a:srgbClr val="FFC000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4D50263-AB18-6182-BCD2-BA8B67341891}"/>
              </a:ext>
            </a:extLst>
          </p:cNvPr>
          <p:cNvSpPr txBox="1"/>
          <p:nvPr/>
        </p:nvSpPr>
        <p:spPr>
          <a:xfrm>
            <a:off x="7303988" y="5084314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猿</a:t>
            </a:r>
            <a:endParaRPr 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74C7F9D-04A7-5BFC-E8BC-3AFB2B8C82D4}"/>
              </a:ext>
            </a:extLst>
          </p:cNvPr>
          <p:cNvSpPr txBox="1"/>
          <p:nvPr/>
        </p:nvSpPr>
        <p:spPr>
          <a:xfrm>
            <a:off x="8488174" y="5067300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狼</a:t>
            </a:r>
            <a:endParaRPr 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3D1B5E8-CB19-D36D-6AA9-3219D7DE85F1}"/>
              </a:ext>
            </a:extLst>
          </p:cNvPr>
          <p:cNvSpPr txBox="1"/>
          <p:nvPr/>
        </p:nvSpPr>
        <p:spPr>
          <a:xfrm>
            <a:off x="7284805" y="5689235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貐</a:t>
            </a:r>
            <a:endParaRPr 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DDF607E-79D9-C202-24D1-72CF5427B88D}"/>
              </a:ext>
            </a:extLst>
          </p:cNvPr>
          <p:cNvSpPr txBox="1"/>
          <p:nvPr/>
        </p:nvSpPr>
        <p:spPr>
          <a:xfrm>
            <a:off x="7550209" y="5762337"/>
            <a:ext cx="492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sz="1600" dirty="0"/>
              <a:t>ㄩˇ</a:t>
            </a:r>
            <a:endParaRPr lang="en-US" altLang="zh-TW" sz="16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C83DD22-359D-3FA1-BB9E-E9AD8B055089}"/>
              </a:ext>
            </a:extLst>
          </p:cNvPr>
          <p:cNvSpPr txBox="1"/>
          <p:nvPr/>
        </p:nvSpPr>
        <p:spPr>
          <a:xfrm>
            <a:off x="8462792" y="5700781"/>
            <a:ext cx="49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</a:defRPr>
            </a:lvl1pPr>
          </a:lstStyle>
          <a:p>
            <a:r>
              <a:rPr lang="zh-TW" altLang="en-US" dirty="0"/>
              <a:t>獬</a:t>
            </a:r>
            <a:endParaRPr 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C30B571-487B-7A1F-D5F1-A46E1EF035D4}"/>
              </a:ext>
            </a:extLst>
          </p:cNvPr>
          <p:cNvSpPr txBox="1"/>
          <p:nvPr/>
        </p:nvSpPr>
        <p:spPr>
          <a:xfrm>
            <a:off x="8728196" y="5545979"/>
            <a:ext cx="492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rgbClr val="FFC000"/>
                </a:solidFill>
              </a:rPr>
              <a:t>ㄒㄧㄝˋ</a:t>
            </a:r>
            <a:endParaRPr lang="en-US" altLang="zh-TW" sz="1600" dirty="0">
              <a:solidFill>
                <a:srgbClr val="FFC000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AD38758D-CA2C-A01D-20F8-70339768522C}"/>
              </a:ext>
            </a:extLst>
          </p:cNvPr>
          <p:cNvSpPr txBox="1"/>
          <p:nvPr/>
        </p:nvSpPr>
        <p:spPr>
          <a:xfrm>
            <a:off x="7293938" y="188863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TW" altLang="en-US" dirty="0"/>
              <a:t>統稱二十八禽星</a:t>
            </a:r>
            <a:endParaRPr lang="en-US" dirty="0"/>
          </a:p>
        </p:txBody>
      </p:sp>
      <p:sp>
        <p:nvSpPr>
          <p:cNvPr id="41" name="右大括弧 40">
            <a:extLst>
              <a:ext uri="{FF2B5EF4-FFF2-40B4-BE49-F238E27FC236}">
                <a16:creationId xmlns:a16="http://schemas.microsoft.com/office/drawing/2014/main" id="{E644FB1D-E6E4-6890-6295-C961DAA79FDA}"/>
              </a:ext>
            </a:extLst>
          </p:cNvPr>
          <p:cNvSpPr/>
          <p:nvPr/>
        </p:nvSpPr>
        <p:spPr>
          <a:xfrm rot="10800000">
            <a:off x="7828312" y="1082438"/>
            <a:ext cx="265404" cy="63563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692BEA3-346B-5596-181B-3D672B6205F3}"/>
              </a:ext>
            </a:extLst>
          </p:cNvPr>
          <p:cNvSpPr txBox="1">
            <a:spLocks/>
          </p:cNvSpPr>
          <p:nvPr/>
        </p:nvSpPr>
        <p:spPr>
          <a:xfrm>
            <a:off x="933450" y="5937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聖嬰現象</a:t>
            </a:r>
            <a:endParaRPr lang="en-US" dirty="0"/>
          </a:p>
        </p:txBody>
      </p:sp>
      <p:pic>
        <p:nvPicPr>
          <p:cNvPr id="4" name="內容版面配置區 3" descr="既熟悉又陌生的聖嬰現象，上帝之子可能是改變天氣的推手！ - Greenpeace 綠色和平| 臺灣">
            <a:extLst>
              <a:ext uri="{FF2B5EF4-FFF2-40B4-BE49-F238E27FC236}">
                <a16:creationId xmlns:a16="http://schemas.microsoft.com/office/drawing/2014/main" id="{6F757F88-69C2-68A3-1038-27A4C56CE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10" y="1365250"/>
            <a:ext cx="10515600" cy="526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9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A1CA-F836-FFB5-BFA2-2DCDD818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BF6BDA3-C836-DB7F-570A-B5888F7AF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44" y="1425177"/>
            <a:ext cx="10438856" cy="522962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CEAA28E9-EF5B-3D58-4DD8-B87B5968F99B}"/>
              </a:ext>
            </a:extLst>
          </p:cNvPr>
          <p:cNvSpPr txBox="1">
            <a:spLocks/>
          </p:cNvSpPr>
          <p:nvPr/>
        </p:nvSpPr>
        <p:spPr>
          <a:xfrm>
            <a:off x="933450" y="5937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聖嬰現象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92944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801</TotalTime>
  <Words>168</Words>
  <Application>Microsoft Office PowerPoint</Application>
  <PresentationFormat>寬螢幕</PresentationFormat>
  <Paragraphs>99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System Font Regular</vt:lpstr>
      <vt:lpstr>Aptos</vt:lpstr>
      <vt:lpstr>Arial</vt:lpstr>
      <vt:lpstr>Neue Haas Grotesk Text Pro</vt:lpstr>
      <vt:lpstr>Bjorn</vt:lpstr>
      <vt:lpstr>自然概論補充</vt:lpstr>
      <vt:lpstr>中國二十八星宿</vt:lpstr>
      <vt:lpstr>中國二十八星宿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banana fu</dc:creator>
  <cp:lastModifiedBy>banana fu</cp:lastModifiedBy>
  <cp:revision>1</cp:revision>
  <dcterms:created xsi:type="dcterms:W3CDTF">2026-08-05T01:14:53Z</dcterms:created>
  <dcterms:modified xsi:type="dcterms:W3CDTF">2026-08-06T07:16:10Z</dcterms:modified>
</cp:coreProperties>
</file>